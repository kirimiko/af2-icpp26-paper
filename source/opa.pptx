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-159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6445EE-AC29-808A-9357-7496C897D0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DA037ED-C573-B495-409F-21EB95811D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D6066C-0F82-0237-A358-9D21BD5A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5CEF3-755A-4F19-B07A-44F1F1DD70F3}" type="datetimeFigureOut">
              <a:rPr lang="zh-CN" altLang="en-US" smtClean="0"/>
              <a:t>2025/8/28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EDD704-0543-C862-C1AC-89677BE4A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CAAEB8-4362-D9FB-64CF-CD60AA8CF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B8833-3B7C-4196-A219-E5A07E6816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0179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CD34E8-7CBE-C3A6-0194-2881D361E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43B009-FDF0-CA8C-526C-F939DAA199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F47829-2951-5EA8-4EF5-FA923225C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5CEF3-755A-4F19-B07A-44F1F1DD70F3}" type="datetimeFigureOut">
              <a:rPr lang="zh-CN" altLang="en-US" smtClean="0"/>
              <a:t>2025/8/28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0FF71B-FADA-48A2-C673-61E714A8D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5366A2-E879-BC0A-8394-F52FCB9CD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B8833-3B7C-4196-A219-E5A07E6816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7280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0619D0-F7FE-4065-FF17-5CB9C5A68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CF079D6-A76D-91D1-F080-5A3916CEBE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24F394-A311-3DDA-FEC0-34767F796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5CEF3-755A-4F19-B07A-44F1F1DD70F3}" type="datetimeFigureOut">
              <a:rPr lang="zh-CN" altLang="en-US" smtClean="0"/>
              <a:t>2025/8/28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E15B46-D0EB-8B07-1090-A6194B3B9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934973-87A8-5D44-C887-9BB0A6089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B8833-3B7C-4196-A219-E5A07E6816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4796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964E4F-BD05-BB91-BFE1-2AE6D3A5C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66B846-2999-974F-9BCD-F38E9F02CE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81E68B6-2F26-EC2C-1E23-C20F531DC8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1D3329D-9A33-D86A-8ECB-838C3243A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5CEF3-755A-4F19-B07A-44F1F1DD70F3}" type="datetimeFigureOut">
              <a:rPr lang="zh-CN" altLang="en-US" smtClean="0"/>
              <a:t>2025/8/28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F11D455-370E-67A0-A3C1-6B37ADF66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FF1DCFA-548A-3E68-D2F4-8103D321E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B8833-3B7C-4196-A219-E5A07E6816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1690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3E48F7-CCA2-FAB4-4F52-412C60E80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7B968F3-42D1-6B16-07DB-9A978B331B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D021DFA-7E51-5698-2C48-E492127502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9811A89-CD33-3917-1C2C-FFCA663D18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A6D5E0E-D8E6-B18F-3D97-290E79661A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37FF7FD-B179-584A-AFA2-3D5D95F7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5CEF3-755A-4F19-B07A-44F1F1DD70F3}" type="datetimeFigureOut">
              <a:rPr lang="zh-CN" altLang="en-US" smtClean="0"/>
              <a:t>2025/8/28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B812759-7C62-0F6C-6436-FB7B4D181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543F634-1B74-D50A-4DBB-D2A194D8A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B8833-3B7C-4196-A219-E5A07E6816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6000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1852D5-FAFC-ECCF-62D9-A32FCC58B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0E63F85-664A-796F-6DC2-321170427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5CEF3-755A-4F19-B07A-44F1F1DD70F3}" type="datetimeFigureOut">
              <a:rPr lang="zh-CN" altLang="en-US" smtClean="0"/>
              <a:t>2025/8/28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659DDA2-3569-F0DA-C393-145F22226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DF12176-73A9-AC81-7942-B6D6E2E92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B8833-3B7C-4196-A219-E5A07E6816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7108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2C0A031-21D5-3C31-7995-661B016F8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5CEF3-755A-4F19-B07A-44F1F1DD70F3}" type="datetimeFigureOut">
              <a:rPr lang="zh-CN" altLang="en-US" smtClean="0"/>
              <a:t>2025/8/28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A2BFE6F-3039-2C6B-D3D7-78FE5E701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DD94F4E-FE5A-8826-829B-ED77ADA32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B8833-3B7C-4196-A219-E5A07E6816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9043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153E99-2E4B-A4C9-7647-66F375496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A1C18C-6ABA-7973-19AF-EB006F5F5E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3DD6737-774D-6956-CD3E-8720BBBF98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9218604-0A87-8546-BE25-30E35DC1F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5CEF3-755A-4F19-B07A-44F1F1DD70F3}" type="datetimeFigureOut">
              <a:rPr lang="zh-CN" altLang="en-US" smtClean="0"/>
              <a:t>2025/8/28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2EAFD17-9E85-8B28-D11D-3A7BF7928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40A132E-2163-BC6D-C684-60C879723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B8833-3B7C-4196-A219-E5A07E6816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1201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5D080F-79B2-88AA-A5DB-40787B039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560A671-21A5-A9EE-8BBB-19CB348E89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D19B04F-640A-A0EF-3959-00D0C07DF9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FDE80C9-FD5F-9B46-637A-3F430E50E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5CEF3-755A-4F19-B07A-44F1F1DD70F3}" type="datetimeFigureOut">
              <a:rPr lang="zh-CN" altLang="en-US" smtClean="0"/>
              <a:t>2025/8/28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79A0142-CBDB-B00A-9E36-9988E6EBC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7C0A080-54AB-49A2-DDB4-C28D19392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B8833-3B7C-4196-A219-E5A07E6816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1252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312477-2B7B-0E0C-0F1A-F2AA4F232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E0043B5-E049-97CC-0291-212FB1BD04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C4944D-6E62-17F5-EB46-8F0B49A19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5CEF3-755A-4F19-B07A-44F1F1DD70F3}" type="datetimeFigureOut">
              <a:rPr lang="zh-CN" altLang="en-US" smtClean="0"/>
              <a:t>2025/8/28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32AE7E-09D6-C723-5649-FDEC54E57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E8B5D0-F370-7593-2BF2-A69CE5929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B8833-3B7C-4196-A219-E5A07E6816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8742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4A7B38C-1A36-6B22-6284-318B1B45FE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EDDA1CA-10F8-6668-ADF7-5C3F6B51A3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E56972-7A1E-3CAA-9D6E-14E10A991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5CEF3-755A-4F19-B07A-44F1F1DD70F3}" type="datetimeFigureOut">
              <a:rPr lang="zh-CN" altLang="en-US" smtClean="0"/>
              <a:t>2025/8/28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2AFA71-571A-3EF0-6AB3-E22C4ECDD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81343C-AF55-5CAA-FA6A-53C544C87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B8833-3B7C-4196-A219-E5A07E6816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9071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B8F0EC1-D2F4-2903-506F-09221B11A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578DF1B-8E85-C0D3-D4C3-5DE8EED69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4F594C-703E-3A0F-BD9E-7107330AC7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25CEF3-755A-4F19-B07A-44F1F1DD70F3}" type="datetimeFigureOut">
              <a:rPr lang="zh-CN" altLang="en-US" smtClean="0"/>
              <a:t>2025/8/28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A5F705-9C07-ECAF-2B2E-BAE46226D7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78D3CD-307A-6B38-995F-345F6BBD33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1B8833-3B7C-4196-A219-E5A07E6816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1502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0DA9E903-683B-697F-8193-31436CE23C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3282183"/>
              </p:ext>
            </p:extLst>
          </p:nvPr>
        </p:nvGraphicFramePr>
        <p:xfrm>
          <a:off x="1189227" y="2172730"/>
          <a:ext cx="720000" cy="28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66029534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688753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0" mar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35973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023493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432205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380957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837333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048954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528233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0124543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32CF96C3-77EE-CBA6-0DD7-6998C69EC6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6011020"/>
              </p:ext>
            </p:extLst>
          </p:nvPr>
        </p:nvGraphicFramePr>
        <p:xfrm>
          <a:off x="2432600" y="987164"/>
          <a:ext cx="2880000" cy="73152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66029534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343341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0010382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5801534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5501973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865414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091997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00761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3597306"/>
                  </a:ext>
                </a:extLst>
              </a:tr>
              <a:tr h="201602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1405995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4A5238C2-6834-82C0-8097-2AA79EBF4C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4915455"/>
              </p:ext>
            </p:extLst>
          </p:nvPr>
        </p:nvGraphicFramePr>
        <p:xfrm>
          <a:off x="2432600" y="2172730"/>
          <a:ext cx="2880000" cy="292608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66029534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293034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442712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940837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252237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10564899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33871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5190435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35973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255244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522324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82950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134573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46955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159084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807749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11D3FFE6-1722-E5C1-8445-B18826AD0884}"/>
              </a:ext>
            </a:extLst>
          </p:cNvPr>
          <p:cNvSpPr txBox="1"/>
          <p:nvPr/>
        </p:nvSpPr>
        <p:spPr>
          <a:xfrm>
            <a:off x="314717" y="3451104"/>
            <a:ext cx="812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R0.h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FDBF712-FF23-3E64-3535-912385C231A8}"/>
              </a:ext>
            </a:extLst>
          </p:cNvPr>
          <p:cNvSpPr txBox="1"/>
          <p:nvPr/>
        </p:nvSpPr>
        <p:spPr>
          <a:xfrm>
            <a:off x="3554888" y="390809"/>
            <a:ext cx="1026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R1.h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4445CD3-710E-D171-E207-EF8C1CFD2869}"/>
              </a:ext>
            </a:extLst>
          </p:cNvPr>
          <p:cNvSpPr txBox="1"/>
          <p:nvPr/>
        </p:nvSpPr>
        <p:spPr>
          <a:xfrm>
            <a:off x="3554888" y="5260613"/>
            <a:ext cx="717435" cy="380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A0.s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CB04BA9-F25A-8486-F6A0-A64946D2C0FE}"/>
                  </a:ext>
                </a:extLst>
              </p:cNvPr>
              <p:cNvSpPr txBox="1"/>
              <p:nvPr/>
            </p:nvSpPr>
            <p:spPr>
              <a:xfrm>
                <a:off x="959988" y="5791750"/>
                <a:ext cx="4698022" cy="380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0.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pt-BR" altLang="zh-C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pt-BR" altLang="zh-CN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1.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r>
                  <a:rPr lang="en-US" altLang="zh-CN" dirty="0"/>
                  <a:t> </a:t>
                </a:r>
                <a:endParaRPr lang="zh-CN" altLang="en-US" dirty="0"/>
              </a:p>
            </p:txBody>
          </p:sp>
        </mc:Choice>
        <mc:Fallback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CB04BA9-F25A-8486-F6A0-A64946D2C0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988" y="5791750"/>
                <a:ext cx="4698022" cy="380553"/>
              </a:xfrm>
              <a:prstGeom prst="rect">
                <a:avLst/>
              </a:prstGeom>
              <a:blipFill>
                <a:blip r:embed="rId2"/>
                <a:stretch>
                  <a:fillRect t="-112698" b="-177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937E6C6D-B518-485B-D0EE-73914E0B9F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2310355"/>
              </p:ext>
            </p:extLst>
          </p:nvPr>
        </p:nvGraphicFramePr>
        <p:xfrm>
          <a:off x="6618145" y="2264890"/>
          <a:ext cx="1440000" cy="28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66029534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5297751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565750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6109540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0" mar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35973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58785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142090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176263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780178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756495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917641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0402752"/>
                  </a:ext>
                </a:extLst>
              </a:tr>
            </a:tbl>
          </a:graphicData>
        </a:graphic>
      </p:graphicFrame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ABB0BAFF-A987-3C53-292D-F75B5D4058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3352889"/>
              </p:ext>
            </p:extLst>
          </p:nvPr>
        </p:nvGraphicFramePr>
        <p:xfrm>
          <a:off x="8616669" y="390809"/>
          <a:ext cx="2880000" cy="144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66029534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2672823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3174898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493996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5456253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782058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3449311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33060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0" mar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35973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116633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830687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0211469"/>
                  </a:ext>
                </a:extLst>
              </a:tr>
            </a:tbl>
          </a:graphicData>
        </a:graphic>
      </p:graphicFrame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B5E7CFE8-B702-802E-45FC-4EC47DFD6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6786765"/>
              </p:ext>
            </p:extLst>
          </p:nvPr>
        </p:nvGraphicFramePr>
        <p:xfrm>
          <a:off x="8588341" y="2218810"/>
          <a:ext cx="2880000" cy="292608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66029534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293034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442712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940837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252237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10564899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33871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5190435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35973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255244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522324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82950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134573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46955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159084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807749"/>
                  </a:ext>
                </a:extLst>
              </a:tr>
            </a:tbl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6F837F81-87F3-2C55-B1AB-DB5E5EB01A2F}"/>
              </a:ext>
            </a:extLst>
          </p:cNvPr>
          <p:cNvSpPr txBox="1"/>
          <p:nvPr/>
        </p:nvSpPr>
        <p:spPr>
          <a:xfrm>
            <a:off x="7675503" y="926143"/>
            <a:ext cx="1026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R1.b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9BA4CCF-3767-C749-CF2B-B9890A438C0A}"/>
              </a:ext>
            </a:extLst>
          </p:cNvPr>
          <p:cNvSpPr txBox="1"/>
          <p:nvPr/>
        </p:nvSpPr>
        <p:spPr>
          <a:xfrm>
            <a:off x="5835973" y="3681850"/>
            <a:ext cx="1026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R0.b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50E0750-B7E8-4A89-ED80-A75BE25A0198}"/>
              </a:ext>
            </a:extLst>
          </p:cNvPr>
          <p:cNvSpPr txBox="1"/>
          <p:nvPr/>
        </p:nvSpPr>
        <p:spPr>
          <a:xfrm>
            <a:off x="9697951" y="5411197"/>
            <a:ext cx="717435" cy="380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A0.s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3DF4693D-1910-080F-0047-0DCD9FFBDACF}"/>
                  </a:ext>
                </a:extLst>
              </p:cNvPr>
              <p:cNvSpPr txBox="1"/>
              <p:nvPr/>
            </p:nvSpPr>
            <p:spPr>
              <a:xfrm>
                <a:off x="6618145" y="5791750"/>
                <a:ext cx="4698022" cy="3793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0.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pt-BR" altLang="zh-C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pt-BR" altLang="zh-CN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1.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r>
                  <a:rPr lang="en-US" altLang="zh-CN" dirty="0"/>
                  <a:t> </a:t>
                </a:r>
                <a:endParaRPr lang="zh-CN" altLang="en-US" dirty="0"/>
              </a:p>
            </p:txBody>
          </p:sp>
        </mc:Choice>
        <mc:Fallback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3DF4693D-1910-080F-0047-0DCD9FFBDA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8145" y="5791750"/>
                <a:ext cx="4698022" cy="379399"/>
              </a:xfrm>
              <a:prstGeom prst="rect">
                <a:avLst/>
              </a:prstGeom>
              <a:blipFill>
                <a:blip r:embed="rId3"/>
                <a:stretch>
                  <a:fillRect t="-114516" b="-1822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8258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32</Words>
  <Application>Microsoft Office PowerPoint</Application>
  <PresentationFormat>宽屏</PresentationFormat>
  <Paragraphs>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Arial</vt:lpstr>
      <vt:lpstr>Cambria Math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miko kiri</dc:creator>
  <cp:lastModifiedBy>miko kiri</cp:lastModifiedBy>
  <cp:revision>9</cp:revision>
  <dcterms:created xsi:type="dcterms:W3CDTF">2025-08-28T02:10:07Z</dcterms:created>
  <dcterms:modified xsi:type="dcterms:W3CDTF">2025-08-28T02:29:32Z</dcterms:modified>
</cp:coreProperties>
</file>