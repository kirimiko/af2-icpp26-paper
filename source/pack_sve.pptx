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C3E6"/>
    <a:srgbClr val="FFE699"/>
    <a:srgbClr val="F8CBAD"/>
    <a:srgbClr val="C5E0B4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93AD28-C441-2538-4DFC-D6DFCDB89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90AF89-60EC-730F-F249-D4C7BDE993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ADE3E2-A63C-7F0B-139D-6A54016DC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165EA0-DE6D-3A49-A025-C2570ED6B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85961D-3B30-33A5-6189-73FF69C4D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313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23FBBA-4912-DBD4-17F6-7521DA1FC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1D8AD6-DCEE-5ACE-E18F-9D557F813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2EED3B-99D4-F796-2CE9-0B8DAD6FB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F258C1-1E00-CC20-7C34-2A9A46B71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908768-D0EE-A6BF-390E-E281FC1E5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2589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E989D-204A-79B1-B417-3CA1E6247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6DCF00-5BA0-C57B-5047-4C65773C9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D3CFED9-5D69-2E3D-8ED5-EE9726E3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F7949D-6189-B751-80D8-C847E109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E09683-27A2-4D01-035B-8DB85758A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96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D10CE-986D-116B-3428-D3A0017AA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06C708E-F47E-2594-91AC-A279EEB1D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FB43430-4CFD-7F3D-1579-FD686EFB3D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61EC31-3911-B6AD-2A77-0D680BDEC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CD0ED0-2019-9D47-A8CA-1542ABCF4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5170252-C1B6-196B-93A2-06E85E2D6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8174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B2302F-6F92-C376-E3B5-DF9A2E3A3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1AF0942-E537-10FD-2149-43EABF419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4217423-E7FB-4512-8CD9-F8E375D6D8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91E42CE-CB58-05A3-69EA-8121E29DC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BE4F7EC-820C-B35A-1199-F4F0CCDED7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FD0DFA9-FE22-2050-254D-2AFC2F6D0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5CAFE3-E1F8-10BC-3D79-34F3E6BF4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8796FE3-33B6-FFA5-1D54-127FCCF4C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1547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53F1B7-A771-3B96-5F5E-537DEFDE4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2130DA5-119F-4E01-7AC8-6D3D11BA4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6327F8-141F-ADD9-59B1-11D91C06E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8AE6EC3-8733-8C5F-4854-E186A4D57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6984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EAC7D08-F966-130A-565F-9850F4F00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0EF2251-E81A-FDE5-07F5-6979268DD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85F057D-78D5-B908-D827-4F3343890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145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610EB7-C7BF-2FC6-88EC-DACF6035A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8D2B61-BD71-02C3-CD1D-7B1CE8EEB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F7072C-8665-38EC-6F07-5CA915E2E2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FB01BD4-401C-B3C3-9491-07789F474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8144A66-A458-503F-1A02-CB7FE107E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62F4D2F-AC72-F1A8-3DF8-CFA8547A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9926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F0AB5E-93D2-2130-C953-15285257F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90670B6-6EEC-0C66-CAE0-252E847203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187F80F-9527-614B-6A49-84667B9AE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89055B9-4A33-EFC0-4541-0288F3FDB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EBEF8B6-94CE-2A17-F562-58481429C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627E795-984B-8BD6-0B21-D79CDFC37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99486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5902AB-6CC6-18AA-6114-34311C7BB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9D2A30-E01D-B523-46E5-5EA5E4FB97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106D67-8264-7978-BF82-79C23C8C1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B1995B-FCE5-067B-9B7A-82440A89C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D285BE-FDF8-EDD3-690F-26A2F165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652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0D1FF9-7149-ED75-F844-DA350E427D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4D6E9F3-591E-07FE-904F-6345E2719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162896-79E4-97C3-1897-691122EC2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D2B646-E037-977F-782B-76B115CF4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803290-0DD1-06D1-60D8-FF9BB3B96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4087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89B3D08-778B-6D0F-8044-708CF720A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8B728A-348B-99AC-DCEB-42DF7DCCA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02B819-7DDC-3696-0612-9CDC71BCE0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46728-24B6-41E2-A49A-4CAD74EFF3B2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578124-8D5D-B7AE-DDDD-E8F22CAFE1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6CDFC0-FCBB-4DB1-4BA4-E17BF95AFB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802FE-CCFA-4590-8ADA-2AEF21E14A5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3173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D093B963-C343-9D83-EB44-5BA88EE957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863871"/>
              </p:ext>
            </p:extLst>
          </p:nvPr>
        </p:nvGraphicFramePr>
        <p:xfrm>
          <a:off x="291725" y="177003"/>
          <a:ext cx="144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423075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7694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06309082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549407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9974807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8134015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68504764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596114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0613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455933"/>
                  </a:ext>
                </a:extLst>
              </a:tr>
            </a:tbl>
          </a:graphicData>
        </a:graphic>
      </p:graphicFrame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945D1EA5-B2DD-8A8D-D529-7713E2CB2683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1731725" y="455421"/>
            <a:ext cx="2998252" cy="815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EB8528B1-5AC8-31D1-1D21-44F95AFCC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473128"/>
              </p:ext>
            </p:extLst>
          </p:nvPr>
        </p:nvGraphicFramePr>
        <p:xfrm>
          <a:off x="8969468" y="375253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093540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865066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895527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7128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174080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596908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7317825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7429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6307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845148"/>
                  </a:ext>
                </a:extLst>
              </a:tr>
            </a:tbl>
          </a:graphicData>
        </a:graphic>
      </p:graphicFrame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3072BC3-F756-3C85-2B6A-C052C381E6D7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7484948" y="1095253"/>
            <a:ext cx="1484520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AF282E9A-FC30-8F6C-A45C-527147F5B4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550334"/>
              </p:ext>
            </p:extLst>
          </p:nvPr>
        </p:nvGraphicFramePr>
        <p:xfrm>
          <a:off x="2227319" y="350841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1239807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3438823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367355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10892421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27209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9500167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327317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39882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91415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389411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40D085-3746-B40B-C0FC-D1C0FAF3FC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4003896"/>
              </p:ext>
            </p:extLst>
          </p:nvPr>
        </p:nvGraphicFramePr>
        <p:xfrm>
          <a:off x="8969468" y="3817347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093540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865066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895527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7128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174080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596908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7317825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7429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6307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845148"/>
                  </a:ext>
                </a:extLst>
              </a:tr>
            </a:tbl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B410A2B4-FA5B-2A98-F330-157C622A29FB}"/>
              </a:ext>
            </a:extLst>
          </p:cNvPr>
          <p:cNvSpPr txBox="1"/>
          <p:nvPr/>
        </p:nvSpPr>
        <p:spPr>
          <a:xfrm>
            <a:off x="2200194" y="3082554"/>
            <a:ext cx="418384" cy="246221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a0v.s[0]</a:t>
            </a:r>
            <a:endParaRPr lang="zh-CN" alt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D30BEAB-7CFD-5109-DA58-1A62633D2A79}"/>
              </a:ext>
            </a:extLst>
          </p:cNvPr>
          <p:cNvSpPr txBox="1"/>
          <p:nvPr/>
        </p:nvSpPr>
        <p:spPr>
          <a:xfrm>
            <a:off x="2685628" y="470782"/>
            <a:ext cx="878447" cy="49244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</a:t>
            </a:r>
            <a:r>
              <a:rPr lang="en-US" altLang="zh-CN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trn.s</a:t>
            </a:r>
            <a:endParaRPr lang="zh-CN" alt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7289B0C-C9EF-9093-1222-3923E16246C5}"/>
              </a:ext>
            </a:extLst>
          </p:cNvPr>
          <p:cNvSpPr txBox="1"/>
          <p:nvPr/>
        </p:nvSpPr>
        <p:spPr>
          <a:xfrm>
            <a:off x="7791993" y="729494"/>
            <a:ext cx="870431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</a:t>
            </a:r>
            <a:r>
              <a:rPr lang="en-US" altLang="zh-CN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trn.d</a:t>
            </a:r>
            <a:endParaRPr lang="zh-CN" alt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5A662E1-54E4-2C81-9CA6-7B87ABF3E0E9}"/>
              </a:ext>
            </a:extLst>
          </p:cNvPr>
          <p:cNvSpPr txBox="1"/>
          <p:nvPr/>
        </p:nvSpPr>
        <p:spPr>
          <a:xfrm>
            <a:off x="7464534" y="4168015"/>
            <a:ext cx="1201419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</a:t>
            </a:r>
            <a:r>
              <a:rPr lang="en-US" altLang="zh-CN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movv.s</a:t>
            </a:r>
            <a:endParaRPr lang="zh-CN" alt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ABDBB3-8A7F-6A19-B5E2-BF337374FD6A}"/>
              </a:ext>
            </a:extLst>
          </p:cNvPr>
          <p:cNvSpPr txBox="1"/>
          <p:nvPr/>
        </p:nvSpPr>
        <p:spPr>
          <a:xfrm>
            <a:off x="724875" y="5206736"/>
            <a:ext cx="896079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 ~ R3.h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7D627BF-76F7-2749-133B-4192E8D53241}"/>
              </a:ext>
            </a:extLst>
          </p:cNvPr>
          <p:cNvSpPr txBox="1"/>
          <p:nvPr/>
        </p:nvSpPr>
        <p:spPr>
          <a:xfrm>
            <a:off x="9648191" y="2015933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 ~ R3.h</a:t>
            </a:r>
            <a:endParaRPr lang="zh-CN" alt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EC15F83-54EB-336F-1EF4-12286356B690}"/>
              </a:ext>
            </a:extLst>
          </p:cNvPr>
          <p:cNvSpPr txBox="1"/>
          <p:nvPr/>
        </p:nvSpPr>
        <p:spPr>
          <a:xfrm>
            <a:off x="2804652" y="5218057"/>
            <a:ext cx="285335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a0.s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DF4A49F-8D43-88C3-3496-45C83C57FBE5}"/>
              </a:ext>
            </a:extLst>
          </p:cNvPr>
          <p:cNvSpPr txBox="1"/>
          <p:nvPr/>
        </p:nvSpPr>
        <p:spPr>
          <a:xfrm>
            <a:off x="9648191" y="5759673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 ~ R3.h</a:t>
            </a:r>
            <a:endParaRPr lang="zh-CN" alt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70DC0D7-18C9-063A-72EC-66B4C265C20B}"/>
              </a:ext>
            </a:extLst>
          </p:cNvPr>
          <p:cNvSpPr txBox="1"/>
          <p:nvPr/>
        </p:nvSpPr>
        <p:spPr>
          <a:xfrm>
            <a:off x="1569274" y="2749236"/>
            <a:ext cx="2707472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Pack matrix by vector instructions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E2BA69D-03EC-B308-1011-B634E2A3B159}"/>
              </a:ext>
            </a:extLst>
          </p:cNvPr>
          <p:cNvSpPr txBox="1"/>
          <p:nvPr/>
        </p:nvSpPr>
        <p:spPr>
          <a:xfrm>
            <a:off x="1927808" y="5587844"/>
            <a:ext cx="2337178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Pack matrix by array register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542CE5B0-A562-89A9-AE17-627754AC90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200814"/>
              </p:ext>
            </p:extLst>
          </p:nvPr>
        </p:nvGraphicFramePr>
        <p:xfrm>
          <a:off x="448030" y="12493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35524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2539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854113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987568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8456661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147062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428278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96352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615155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65BCA7E-DDB3-33F5-90C5-CCCB44F9D3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7508143"/>
              </p:ext>
            </p:extLst>
          </p:nvPr>
        </p:nvGraphicFramePr>
        <p:xfrm>
          <a:off x="448030" y="15193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84386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96375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9918932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123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15176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538813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736037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416981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98742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BF1D7A99-94D5-8966-F6C9-97ED5E648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770256"/>
              </p:ext>
            </p:extLst>
          </p:nvPr>
        </p:nvGraphicFramePr>
        <p:xfrm>
          <a:off x="2324919" y="12493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35524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2539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854113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987568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8456661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147062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428278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96352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b0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b1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615155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882616A3-7911-AC4B-B3A1-CD3D2DC354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72575"/>
              </p:ext>
            </p:extLst>
          </p:nvPr>
        </p:nvGraphicFramePr>
        <p:xfrm>
          <a:off x="2324919" y="15193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84386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96375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9918932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123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15176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538813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736037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416981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98742"/>
                  </a:ext>
                </a:extLst>
              </a:tr>
            </a:tbl>
          </a:graphicData>
        </a:graphic>
      </p:graphicFrame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CF7548B-BE39-AB94-A5E9-FC3FEAD3451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1888030" y="1339362"/>
            <a:ext cx="4368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5E5E05E-BBDE-0700-69A0-1BDF92CE0433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1888030" y="1339362"/>
            <a:ext cx="436889" cy="27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7262AE88-0917-789E-C2A2-2B1780EB1A8C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 flipV="1">
            <a:off x="1888030" y="1339362"/>
            <a:ext cx="436889" cy="27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54CE0705-51BE-8202-D07C-5FF29E5BC0FF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1888030" y="1609362"/>
            <a:ext cx="4368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ACF91275-2245-D940-96B5-E78070802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710210"/>
              </p:ext>
            </p:extLst>
          </p:nvPr>
        </p:nvGraphicFramePr>
        <p:xfrm>
          <a:off x="448030" y="1892663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35929245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70361420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33988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210195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73224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17801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482963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4362228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54768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4FC18B35-84C7-E91A-9D6D-0090BA431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3143467"/>
              </p:ext>
            </p:extLst>
          </p:nvPr>
        </p:nvGraphicFramePr>
        <p:xfrm>
          <a:off x="448030" y="216154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240857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88941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587239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954740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852056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3622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288724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4567893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55088"/>
                  </a:ext>
                </a:extLst>
              </a:tr>
            </a:tbl>
          </a:graphicData>
        </a:graphic>
      </p:graphicFrame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B1150F2D-A17F-9555-CD01-29A1F94B1D50}"/>
              </a:ext>
            </a:extLst>
          </p:cNvPr>
          <p:cNvCxnSpPr>
            <a:cxnSpLocks/>
            <a:stCxn id="40" idx="3"/>
            <a:endCxn id="50" idx="1"/>
          </p:cNvCxnSpPr>
          <p:nvPr/>
        </p:nvCxnSpPr>
        <p:spPr>
          <a:xfrm>
            <a:off x="1888030" y="1982663"/>
            <a:ext cx="4368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B1639854-E31C-DC25-FF85-7ABBBC9C4561}"/>
              </a:ext>
            </a:extLst>
          </p:cNvPr>
          <p:cNvCxnSpPr>
            <a:cxnSpLocks/>
            <a:stCxn id="40" idx="3"/>
            <a:endCxn id="53" idx="1"/>
          </p:cNvCxnSpPr>
          <p:nvPr/>
        </p:nvCxnSpPr>
        <p:spPr>
          <a:xfrm>
            <a:off x="1888030" y="1982663"/>
            <a:ext cx="436889" cy="26887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AAB29FB6-1900-C079-7E5B-7C64E0EDD0FA}"/>
              </a:ext>
            </a:extLst>
          </p:cNvPr>
          <p:cNvCxnSpPr>
            <a:cxnSpLocks/>
            <a:stCxn id="41" idx="3"/>
            <a:endCxn id="50" idx="1"/>
          </p:cNvCxnSpPr>
          <p:nvPr/>
        </p:nvCxnSpPr>
        <p:spPr>
          <a:xfrm flipV="1">
            <a:off x="1888030" y="1982663"/>
            <a:ext cx="436889" cy="26887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87B7C8AC-6540-4E6D-028C-BA3DF3E76F1A}"/>
              </a:ext>
            </a:extLst>
          </p:cNvPr>
          <p:cNvCxnSpPr>
            <a:cxnSpLocks/>
            <a:stCxn id="41" idx="3"/>
            <a:endCxn id="53" idx="1"/>
          </p:cNvCxnSpPr>
          <p:nvPr/>
        </p:nvCxnSpPr>
        <p:spPr>
          <a:xfrm>
            <a:off x="1888030" y="2251542"/>
            <a:ext cx="4368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DD4A2582-91C2-E239-E7A2-E4C8D9CAA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5989803"/>
              </p:ext>
            </p:extLst>
          </p:nvPr>
        </p:nvGraphicFramePr>
        <p:xfrm>
          <a:off x="2324919" y="1892663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35929245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70361420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33988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210195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73224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17801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482963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4362228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547689"/>
                  </a:ext>
                </a:extLst>
              </a:tr>
            </a:tbl>
          </a:graphicData>
        </a:graphic>
      </p:graphicFrame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C5807486-118C-1E04-1C50-86D6A5290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854593"/>
              </p:ext>
            </p:extLst>
          </p:nvPr>
        </p:nvGraphicFramePr>
        <p:xfrm>
          <a:off x="2324919" y="216154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240857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88941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587239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954740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852056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3622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288724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4567893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55088"/>
                  </a:ext>
                </a:extLst>
              </a:tr>
            </a:tbl>
          </a:graphicData>
        </a:graphic>
      </p:graphicFrame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7EF5E6AB-040F-51F5-59E0-BFD1C33ED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352894"/>
              </p:ext>
            </p:extLst>
          </p:nvPr>
        </p:nvGraphicFramePr>
        <p:xfrm>
          <a:off x="4201807" y="12493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35524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2539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854113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987568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8456661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147062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428278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96352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b0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b1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615155"/>
                  </a:ext>
                </a:extLst>
              </a:tr>
            </a:tbl>
          </a:graphicData>
        </a:graphic>
      </p:graphicFrame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0F98BB3C-9386-76FD-FB5E-E69D3A7B69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193904"/>
              </p:ext>
            </p:extLst>
          </p:nvPr>
        </p:nvGraphicFramePr>
        <p:xfrm>
          <a:off x="4201807" y="15193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84386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96375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9918932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123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15176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538813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736037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416981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98742"/>
                  </a:ext>
                </a:extLst>
              </a:tr>
            </a:tbl>
          </a:graphicData>
        </a:graphic>
      </p:graphicFrame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81CF50CE-433C-E3BD-4CDA-4852BC737042}"/>
              </a:ext>
            </a:extLst>
          </p:cNvPr>
          <p:cNvCxnSpPr>
            <a:cxnSpLocks/>
            <a:stCxn id="6" idx="3"/>
            <a:endCxn id="57" idx="1"/>
          </p:cNvCxnSpPr>
          <p:nvPr/>
        </p:nvCxnSpPr>
        <p:spPr>
          <a:xfrm>
            <a:off x="3764919" y="1339362"/>
            <a:ext cx="4368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06FBB8E7-3865-9526-5753-F7E5F0C04C9E}"/>
              </a:ext>
            </a:extLst>
          </p:cNvPr>
          <p:cNvCxnSpPr>
            <a:cxnSpLocks/>
            <a:stCxn id="6" idx="3"/>
            <a:endCxn id="67" idx="1"/>
          </p:cNvCxnSpPr>
          <p:nvPr/>
        </p:nvCxnSpPr>
        <p:spPr>
          <a:xfrm>
            <a:off x="3764919" y="1339362"/>
            <a:ext cx="436888" cy="643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66CE44E3-EBED-1452-40C4-4EAC5A5FD960}"/>
              </a:ext>
            </a:extLst>
          </p:cNvPr>
          <p:cNvCxnSpPr>
            <a:cxnSpLocks/>
            <a:stCxn id="9" idx="3"/>
            <a:endCxn id="68" idx="1"/>
          </p:cNvCxnSpPr>
          <p:nvPr/>
        </p:nvCxnSpPr>
        <p:spPr>
          <a:xfrm>
            <a:off x="3764919" y="1609362"/>
            <a:ext cx="436888" cy="64218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5FB43F6C-3ED8-8C4D-4C8A-DC22FFF99708}"/>
              </a:ext>
            </a:extLst>
          </p:cNvPr>
          <p:cNvCxnSpPr>
            <a:cxnSpLocks/>
            <a:stCxn id="9" idx="3"/>
            <a:endCxn id="58" idx="1"/>
          </p:cNvCxnSpPr>
          <p:nvPr/>
        </p:nvCxnSpPr>
        <p:spPr>
          <a:xfrm>
            <a:off x="3764919" y="1609362"/>
            <a:ext cx="4368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BDAD636-6085-A91C-CCED-0307B8BEFB28}"/>
              </a:ext>
            </a:extLst>
          </p:cNvPr>
          <p:cNvCxnSpPr>
            <a:cxnSpLocks/>
            <a:stCxn id="50" idx="3"/>
            <a:endCxn id="57" idx="1"/>
          </p:cNvCxnSpPr>
          <p:nvPr/>
        </p:nvCxnSpPr>
        <p:spPr>
          <a:xfrm flipV="1">
            <a:off x="3764919" y="1339362"/>
            <a:ext cx="436888" cy="643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93750089-24B6-AEDE-CF4E-DF9899EFE779}"/>
              </a:ext>
            </a:extLst>
          </p:cNvPr>
          <p:cNvCxnSpPr>
            <a:cxnSpLocks/>
            <a:stCxn id="50" idx="3"/>
            <a:endCxn id="67" idx="1"/>
          </p:cNvCxnSpPr>
          <p:nvPr/>
        </p:nvCxnSpPr>
        <p:spPr>
          <a:xfrm>
            <a:off x="3764919" y="1982663"/>
            <a:ext cx="4368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8237046-B459-A7BC-6032-1FD369C01140}"/>
              </a:ext>
            </a:extLst>
          </p:cNvPr>
          <p:cNvCxnSpPr>
            <a:cxnSpLocks/>
            <a:stCxn id="53" idx="3"/>
            <a:endCxn id="58" idx="1"/>
          </p:cNvCxnSpPr>
          <p:nvPr/>
        </p:nvCxnSpPr>
        <p:spPr>
          <a:xfrm flipV="1">
            <a:off x="3764919" y="1609362"/>
            <a:ext cx="436888" cy="64218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E7036540-BF9D-FF7C-EF82-5BA7FF75266A}"/>
              </a:ext>
            </a:extLst>
          </p:cNvPr>
          <p:cNvCxnSpPr>
            <a:cxnSpLocks/>
            <a:stCxn id="53" idx="3"/>
            <a:endCxn id="68" idx="1"/>
          </p:cNvCxnSpPr>
          <p:nvPr/>
        </p:nvCxnSpPr>
        <p:spPr>
          <a:xfrm>
            <a:off x="3764919" y="2251542"/>
            <a:ext cx="4368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69B9EF30-FDD0-FF16-304A-0B333DB368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15612"/>
              </p:ext>
            </p:extLst>
          </p:nvPr>
        </p:nvGraphicFramePr>
        <p:xfrm>
          <a:off x="4201807" y="1892663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35929245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70361420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33988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210195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73224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17801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482963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4362228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547689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1134DF45-B88A-78F8-C05D-4E7219B66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854429"/>
              </p:ext>
            </p:extLst>
          </p:nvPr>
        </p:nvGraphicFramePr>
        <p:xfrm>
          <a:off x="4201807" y="216154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240857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88941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587239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954740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852056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3622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288724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4567893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55088"/>
                  </a:ext>
                </a:extLst>
              </a:tr>
            </a:tbl>
          </a:graphicData>
        </a:graphic>
      </p:graphicFrame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55D9A1B6-54B9-81AB-A87F-7BA894595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173528"/>
              </p:ext>
            </p:extLst>
          </p:nvPr>
        </p:nvGraphicFramePr>
        <p:xfrm>
          <a:off x="452914" y="373731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35524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2539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854113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987568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8456661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147062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428278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96352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615155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C3FA996-CE0D-C5A8-7D47-C9E4A78F2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40317"/>
              </p:ext>
            </p:extLst>
          </p:nvPr>
        </p:nvGraphicFramePr>
        <p:xfrm>
          <a:off x="452914" y="404137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84386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96375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9918932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123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15176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538813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736037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416981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98742"/>
                  </a:ext>
                </a:extLst>
              </a:tr>
            </a:tbl>
          </a:graphicData>
        </a:graphic>
      </p:graphicFrame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81E629F4-C9A8-420A-C758-1399850E87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717591"/>
              </p:ext>
            </p:extLst>
          </p:nvPr>
        </p:nvGraphicFramePr>
        <p:xfrm>
          <a:off x="452914" y="434543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35929245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70361420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33988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210195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73224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17801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482963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4362228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547689"/>
                  </a:ext>
                </a:extLst>
              </a:tr>
            </a:tbl>
          </a:graphicData>
        </a:graphic>
      </p:graphicFrame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F043B675-8E1C-50F0-9317-CCD8A35E1F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940"/>
              </p:ext>
            </p:extLst>
          </p:nvPr>
        </p:nvGraphicFramePr>
        <p:xfrm>
          <a:off x="452914" y="464949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240857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88941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587239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954740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852056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3622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288724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4567893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55088"/>
                  </a:ext>
                </a:extLst>
              </a:tr>
            </a:tbl>
          </a:graphicData>
        </a:graphic>
      </p:graphicFrame>
      <p:sp>
        <p:nvSpPr>
          <p:cNvPr id="80" name="左大括号 79">
            <a:extLst>
              <a:ext uri="{FF2B5EF4-FFF2-40B4-BE49-F238E27FC236}">
                <a16:creationId xmlns:a16="http://schemas.microsoft.com/office/drawing/2014/main" id="{3D0DD155-E51C-AB62-BA40-0F3C8842139C}"/>
              </a:ext>
            </a:extLst>
          </p:cNvPr>
          <p:cNvSpPr/>
          <p:nvPr/>
        </p:nvSpPr>
        <p:spPr>
          <a:xfrm rot="5400000">
            <a:off x="2359379" y="3200321"/>
            <a:ext cx="100013" cy="364134"/>
          </a:xfrm>
          <a:prstGeom prst="leftBrace">
            <a:avLst/>
          </a:prstGeom>
          <a:ln w="127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2" name="表格 81">
            <a:extLst>
              <a:ext uri="{FF2B5EF4-FFF2-40B4-BE49-F238E27FC236}">
                <a16:creationId xmlns:a16="http://schemas.microsoft.com/office/drawing/2014/main" id="{9E496DC7-AD75-614A-3FB4-D62ED1D0B8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3465927"/>
              </p:ext>
            </p:extLst>
          </p:nvPr>
        </p:nvGraphicFramePr>
        <p:xfrm>
          <a:off x="4201807" y="373731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35524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2539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854113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987568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8456661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147062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428278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96352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b0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b1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615155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9BAEBFAA-2789-0C13-38FE-F95EB52208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824837"/>
              </p:ext>
            </p:extLst>
          </p:nvPr>
        </p:nvGraphicFramePr>
        <p:xfrm>
          <a:off x="4201807" y="404137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84386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96375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9918932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123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15176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538813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736037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416981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98742"/>
                  </a:ext>
                </a:extLst>
              </a:tr>
            </a:tbl>
          </a:graphicData>
        </a:graphic>
      </p:graphicFrame>
      <p:graphicFrame>
        <p:nvGraphicFramePr>
          <p:cNvPr id="84" name="表格 83">
            <a:extLst>
              <a:ext uri="{FF2B5EF4-FFF2-40B4-BE49-F238E27FC236}">
                <a16:creationId xmlns:a16="http://schemas.microsoft.com/office/drawing/2014/main" id="{9506A3CE-B529-4A44-2444-349E68D946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6993480"/>
              </p:ext>
            </p:extLst>
          </p:nvPr>
        </p:nvGraphicFramePr>
        <p:xfrm>
          <a:off x="4201807" y="434543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35929245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70361420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33988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210195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73224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17801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482963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4362228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547689"/>
                  </a:ext>
                </a:extLst>
              </a:tr>
            </a:tbl>
          </a:graphicData>
        </a:graphic>
      </p:graphicFrame>
      <p:graphicFrame>
        <p:nvGraphicFramePr>
          <p:cNvPr id="85" name="表格 84">
            <a:extLst>
              <a:ext uri="{FF2B5EF4-FFF2-40B4-BE49-F238E27FC236}">
                <a16:creationId xmlns:a16="http://schemas.microsoft.com/office/drawing/2014/main" id="{7F653BCB-0D90-E529-D824-E69A8B016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9448798"/>
              </p:ext>
            </p:extLst>
          </p:nvPr>
        </p:nvGraphicFramePr>
        <p:xfrm>
          <a:off x="4201807" y="464949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240857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88941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587239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954740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852056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3622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288724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4567893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55088"/>
                  </a:ext>
                </a:extLst>
              </a:tr>
            </a:tbl>
          </a:graphicData>
        </a:graphic>
      </p:graphicFrame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99360390-EA91-D29F-9BF2-269A7373AA2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1892914" y="3684908"/>
            <a:ext cx="334404" cy="14240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B388D3C6-5467-A757-3F28-7FA216268370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1892914" y="4053034"/>
            <a:ext cx="334404" cy="7834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72FF0628-A47F-AD5E-B93E-EF63DE7038ED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1892914" y="4393479"/>
            <a:ext cx="334404" cy="4195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6FE93BDF-6BBB-4EFC-D68B-3E120DA2FCCB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1892914" y="4739494"/>
            <a:ext cx="334404" cy="3779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 99">
            <a:extLst>
              <a:ext uri="{FF2B5EF4-FFF2-40B4-BE49-F238E27FC236}">
                <a16:creationId xmlns:a16="http://schemas.microsoft.com/office/drawing/2014/main" id="{75ABC6E4-8943-F87C-866C-177EB318FE03}"/>
              </a:ext>
            </a:extLst>
          </p:cNvPr>
          <p:cNvSpPr/>
          <p:nvPr/>
        </p:nvSpPr>
        <p:spPr>
          <a:xfrm>
            <a:off x="2227318" y="3508412"/>
            <a:ext cx="364135" cy="1440000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5F3454BF-C053-FE0E-E34E-BE9FA5A05E67}"/>
              </a:ext>
            </a:extLst>
          </p:cNvPr>
          <p:cNvCxnSpPr>
            <a:stCxn id="100" idx="2"/>
            <a:endCxn id="82" idx="1"/>
          </p:cNvCxnSpPr>
          <p:nvPr/>
        </p:nvCxnSpPr>
        <p:spPr>
          <a:xfrm rot="5400000" flipH="1" flipV="1">
            <a:off x="2745047" y="3491652"/>
            <a:ext cx="1121098" cy="1792421"/>
          </a:xfrm>
          <a:prstGeom prst="bentConnector4">
            <a:avLst>
              <a:gd name="adj1" fmla="val -20391"/>
              <a:gd name="adj2" fmla="val 84807"/>
            </a:avLst>
          </a:prstGeom>
          <a:ln w="19050">
            <a:solidFill>
              <a:srgbClr val="7030A0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FDD7C81-DF43-3BDD-51EE-9E54780F2562}"/>
              </a:ext>
            </a:extLst>
          </p:cNvPr>
          <p:cNvSpPr txBox="1"/>
          <p:nvPr/>
        </p:nvSpPr>
        <p:spPr>
          <a:xfrm>
            <a:off x="4473768" y="5187001"/>
            <a:ext cx="896079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 ~ R3.h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0F40DB46-9FAF-6470-7F63-F62621F70ECA}"/>
              </a:ext>
            </a:extLst>
          </p:cNvPr>
          <p:cNvSpPr txBox="1"/>
          <p:nvPr/>
        </p:nvSpPr>
        <p:spPr>
          <a:xfrm>
            <a:off x="719991" y="2411722"/>
            <a:ext cx="896079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 ~ R3.h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A2AF65D4-6AA5-E3A5-608D-F489B4F90842}"/>
              </a:ext>
            </a:extLst>
          </p:cNvPr>
          <p:cNvSpPr txBox="1"/>
          <p:nvPr/>
        </p:nvSpPr>
        <p:spPr>
          <a:xfrm>
            <a:off x="2646573" y="2411723"/>
            <a:ext cx="796693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R4.h~R7.h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957AF807-BD65-F007-95F8-D64C87E61DF7}"/>
              </a:ext>
            </a:extLst>
          </p:cNvPr>
          <p:cNvSpPr txBox="1"/>
          <p:nvPr/>
        </p:nvSpPr>
        <p:spPr>
          <a:xfrm>
            <a:off x="4473768" y="2411721"/>
            <a:ext cx="896079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 ~ R3.h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左大括号 112">
            <a:extLst>
              <a:ext uri="{FF2B5EF4-FFF2-40B4-BE49-F238E27FC236}">
                <a16:creationId xmlns:a16="http://schemas.microsoft.com/office/drawing/2014/main" id="{5222BAE1-A0B3-A277-8398-4AE635C15DAF}"/>
              </a:ext>
            </a:extLst>
          </p:cNvPr>
          <p:cNvSpPr/>
          <p:nvPr/>
        </p:nvSpPr>
        <p:spPr>
          <a:xfrm rot="10800000">
            <a:off x="3725438" y="3517427"/>
            <a:ext cx="72722" cy="325687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F6E91A89-F01F-D06B-4DB2-27BBD93B7371}"/>
              </a:ext>
            </a:extLst>
          </p:cNvPr>
          <p:cNvSpPr txBox="1"/>
          <p:nvPr/>
        </p:nvSpPr>
        <p:spPr>
          <a:xfrm>
            <a:off x="3831193" y="3551557"/>
            <a:ext cx="424796" cy="246221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a0h.s[0]</a:t>
            </a:r>
            <a:endParaRPr lang="zh-CN" alt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4057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4AAC1-4AFD-965B-CE29-7A03903E1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9A2115C-0CD9-7DEF-E7EA-889D4772E890}"/>
              </a:ext>
            </a:extLst>
          </p:cNvPr>
          <p:cNvGraphicFramePr>
            <a:graphicFrameLocks noGrp="1"/>
          </p:cNvGraphicFramePr>
          <p:nvPr/>
        </p:nvGraphicFramePr>
        <p:xfrm>
          <a:off x="291725" y="375253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23075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769406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630908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49407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974807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8134015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50476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596114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0613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45593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6A407644-14DA-3F38-F754-D86143A21CC3}"/>
              </a:ext>
            </a:extLst>
          </p:cNvPr>
          <p:cNvGraphicFramePr>
            <a:graphicFrameLocks noGrp="1"/>
          </p:cNvGraphicFramePr>
          <p:nvPr/>
        </p:nvGraphicFramePr>
        <p:xfrm>
          <a:off x="4604948" y="375253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093540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865066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895527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7128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174080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596908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7317825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7429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6307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845148"/>
                  </a:ext>
                </a:extLst>
              </a:tr>
            </a:tbl>
          </a:graphicData>
        </a:graphic>
      </p:graphicFrame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1D55DF8B-DCAC-3461-2903-557037B23874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71725" y="1095253"/>
            <a:ext cx="1433223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E79BE8F4-510E-5C38-47AD-3AF68BCE8263}"/>
              </a:ext>
            </a:extLst>
          </p:cNvPr>
          <p:cNvGraphicFramePr>
            <a:graphicFrameLocks noGrp="1"/>
          </p:cNvGraphicFramePr>
          <p:nvPr/>
        </p:nvGraphicFramePr>
        <p:xfrm>
          <a:off x="8969468" y="375253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093540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865066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895527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7128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174080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596908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7317825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7429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6307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845148"/>
                  </a:ext>
                </a:extLst>
              </a:tr>
            </a:tbl>
          </a:graphicData>
        </a:graphic>
      </p:graphicFrame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12C207D-4645-686C-8461-33953119FFAF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7484948" y="1095253"/>
            <a:ext cx="1484520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601FAB9-5555-891C-7373-1146521A08E9}"/>
              </a:ext>
            </a:extLst>
          </p:cNvPr>
          <p:cNvGraphicFramePr>
            <a:graphicFrameLocks noGrp="1"/>
          </p:cNvGraphicFramePr>
          <p:nvPr/>
        </p:nvGraphicFramePr>
        <p:xfrm>
          <a:off x="291725" y="3817347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23075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769406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630908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49407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974807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8134015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50476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596114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0613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455933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ADE39228-C66F-E143-9B46-F51A1E208AF0}"/>
              </a:ext>
            </a:extLst>
          </p:cNvPr>
          <p:cNvGraphicFramePr>
            <a:graphicFrameLocks noGrp="1"/>
          </p:cNvGraphicFramePr>
          <p:nvPr/>
        </p:nvGraphicFramePr>
        <p:xfrm>
          <a:off x="5001017" y="3457347"/>
          <a:ext cx="216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2612398075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3343882393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836735550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4108924212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2392720920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3695001672"/>
                    </a:ext>
                  </a:extLst>
                </a:gridCol>
                <a:gridCol w="270000">
                  <a:extLst>
                    <a:ext uri="{9D8B030D-6E8A-4147-A177-3AD203B41FA5}">
                      <a16:colId xmlns:a16="http://schemas.microsoft.com/office/drawing/2014/main" val="57327317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39882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91415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389411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6410347E-E890-9EA4-5B8F-7ED2C9617FC0}"/>
              </a:ext>
            </a:extLst>
          </p:cNvPr>
          <p:cNvGraphicFramePr>
            <a:graphicFrameLocks noGrp="1"/>
          </p:cNvGraphicFramePr>
          <p:nvPr/>
        </p:nvGraphicFramePr>
        <p:xfrm>
          <a:off x="8969468" y="3817347"/>
          <a:ext cx="288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093540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865066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895527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7128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174080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596908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7317825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7429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6307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845148"/>
                  </a:ext>
                </a:extLst>
              </a:tr>
            </a:tbl>
          </a:graphicData>
        </a:graphic>
      </p:graphicFrame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2C11F075-8414-F35C-BD9A-D3064967284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3171725" y="4537347"/>
            <a:ext cx="1829292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78317899-4645-55A6-887F-5684828E6570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161017" y="4537347"/>
            <a:ext cx="1808451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EE23D3-1224-D650-AAE3-63C3BF853242}"/>
              </a:ext>
            </a:extLst>
          </p:cNvPr>
          <p:cNvSpPr txBox="1"/>
          <p:nvPr/>
        </p:nvSpPr>
        <p:spPr>
          <a:xfrm>
            <a:off x="903774" y="2015934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R0.h ~ R3.h</a:t>
            </a:r>
            <a:endParaRPr lang="zh-CN" altLang="en-US" sz="2600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662B93F-7EAD-0AE7-29CC-790469EC44DD}"/>
              </a:ext>
            </a:extLst>
          </p:cNvPr>
          <p:cNvSpPr txBox="1"/>
          <p:nvPr/>
        </p:nvSpPr>
        <p:spPr>
          <a:xfrm>
            <a:off x="3449113" y="706962"/>
            <a:ext cx="878447" cy="49244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altLang="zh-CN" sz="2600" dirty="0"/>
              <a:t>4 </a:t>
            </a:r>
            <a:r>
              <a:rPr lang="en-US" altLang="zh-CN" sz="2600" dirty="0" err="1"/>
              <a:t>trn.s</a:t>
            </a:r>
            <a:endParaRPr lang="zh-CN" altLang="en-US" sz="26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2266B88-BE97-50E2-D7F7-3A4FAC5EECDB}"/>
              </a:ext>
            </a:extLst>
          </p:cNvPr>
          <p:cNvSpPr txBox="1"/>
          <p:nvPr/>
        </p:nvSpPr>
        <p:spPr>
          <a:xfrm>
            <a:off x="7760734" y="729494"/>
            <a:ext cx="932949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4 </a:t>
            </a:r>
            <a:r>
              <a:rPr lang="en-US" altLang="zh-CN" sz="2600" dirty="0" err="1"/>
              <a:t>trn.d</a:t>
            </a:r>
            <a:endParaRPr lang="zh-CN" altLang="en-US" sz="2600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47A8F6D-EF33-B0E6-5E4F-8627B922B288}"/>
              </a:ext>
            </a:extLst>
          </p:cNvPr>
          <p:cNvSpPr txBox="1"/>
          <p:nvPr/>
        </p:nvSpPr>
        <p:spPr>
          <a:xfrm>
            <a:off x="3442765" y="4168015"/>
            <a:ext cx="1287212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4 </a:t>
            </a:r>
            <a:r>
              <a:rPr lang="en-US" altLang="zh-CN" sz="2600" dirty="0" err="1"/>
              <a:t>movh.s</a:t>
            </a:r>
            <a:endParaRPr lang="zh-CN" altLang="en-US" sz="2600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CB035F0-101E-6ADD-71E7-932512630FFC}"/>
              </a:ext>
            </a:extLst>
          </p:cNvPr>
          <p:cNvSpPr txBox="1"/>
          <p:nvPr/>
        </p:nvSpPr>
        <p:spPr>
          <a:xfrm>
            <a:off x="7435263" y="4168015"/>
            <a:ext cx="1259961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4 </a:t>
            </a:r>
            <a:r>
              <a:rPr lang="en-US" altLang="zh-CN" sz="2600" dirty="0" err="1"/>
              <a:t>movv.s</a:t>
            </a:r>
            <a:endParaRPr lang="zh-CN" altLang="en-US" sz="26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9321B64-F959-6684-0853-DF6F1FFAB910}"/>
              </a:ext>
            </a:extLst>
          </p:cNvPr>
          <p:cNvSpPr txBox="1"/>
          <p:nvPr/>
        </p:nvSpPr>
        <p:spPr>
          <a:xfrm>
            <a:off x="903774" y="5617347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R0.h ~ R3.h</a:t>
            </a:r>
            <a:endParaRPr lang="zh-CN" altLang="en-US" sz="2600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72529CB-F7BC-5963-1A8B-C21AA0CC4670}"/>
              </a:ext>
            </a:extLst>
          </p:cNvPr>
          <p:cNvSpPr txBox="1"/>
          <p:nvPr/>
        </p:nvSpPr>
        <p:spPr>
          <a:xfrm>
            <a:off x="9648191" y="2015933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R0.h ~ R3.h</a:t>
            </a:r>
            <a:endParaRPr lang="zh-CN" altLang="en-US" sz="26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3CBD5CF-FB1B-1681-1670-AFD650D3A257}"/>
              </a:ext>
            </a:extLst>
          </p:cNvPr>
          <p:cNvSpPr txBox="1"/>
          <p:nvPr/>
        </p:nvSpPr>
        <p:spPr>
          <a:xfrm>
            <a:off x="5216997" y="2015933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R4.h ~ R7.h</a:t>
            </a:r>
            <a:endParaRPr lang="zh-CN" altLang="en-US" sz="26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85BA6472-91DB-8EF3-67E5-0EFF6AC550BC}"/>
              </a:ext>
            </a:extLst>
          </p:cNvPr>
          <p:cNvSpPr txBox="1"/>
          <p:nvPr/>
        </p:nvSpPr>
        <p:spPr>
          <a:xfrm>
            <a:off x="5745987" y="5759673"/>
            <a:ext cx="597921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A0.s</a:t>
            </a:r>
            <a:endParaRPr lang="zh-CN" altLang="en-US" sz="26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2CBF4C2-1167-DD51-F403-79B6E574DE44}"/>
              </a:ext>
            </a:extLst>
          </p:cNvPr>
          <p:cNvSpPr txBox="1"/>
          <p:nvPr/>
        </p:nvSpPr>
        <p:spPr>
          <a:xfrm>
            <a:off x="9648191" y="5759673"/>
            <a:ext cx="1655903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R0.h ~ R3.h</a:t>
            </a:r>
            <a:endParaRPr lang="zh-CN" altLang="en-US" sz="26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417030D4-C89F-DB5C-6352-6BDF4DB43CF6}"/>
              </a:ext>
            </a:extLst>
          </p:cNvPr>
          <p:cNvSpPr txBox="1"/>
          <p:nvPr/>
        </p:nvSpPr>
        <p:spPr>
          <a:xfrm>
            <a:off x="3462512" y="2704139"/>
            <a:ext cx="5237011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(a) Pack matrix by vector instructions</a:t>
            </a:r>
            <a:endParaRPr lang="zh-CN" altLang="en-US" sz="2600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03F2493-3699-8A1F-8370-1785AA8AAF2D}"/>
              </a:ext>
            </a:extLst>
          </p:cNvPr>
          <p:cNvSpPr txBox="1"/>
          <p:nvPr/>
        </p:nvSpPr>
        <p:spPr>
          <a:xfrm>
            <a:off x="3818378" y="6264880"/>
            <a:ext cx="4525278" cy="492443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2600" dirty="0"/>
              <a:t>(b) Pack matrix by array register</a:t>
            </a:r>
            <a:endParaRPr lang="zh-CN" altLang="en-US" sz="2600" dirty="0"/>
          </a:p>
        </p:txBody>
      </p:sp>
    </p:spTree>
    <p:extLst>
      <p:ext uri="{BB962C8B-B14F-4D97-AF65-F5344CB8AC3E}">
        <p14:creationId xmlns:p14="http://schemas.microsoft.com/office/powerpoint/2010/main" val="4217799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36C3-4307-6B59-A73D-A839A833C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CD82F814-DF9D-003B-9B5B-83EC90A07D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5400201"/>
              </p:ext>
            </p:extLst>
          </p:nvPr>
        </p:nvGraphicFramePr>
        <p:xfrm>
          <a:off x="8018519" y="69536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42922172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1239807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3438823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367355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10892421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27209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9500167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327317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79055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39882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91415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389411"/>
                  </a:ext>
                </a:extLst>
              </a:tr>
            </a:tbl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40042CF3-90C3-2EB2-81D9-23E59703C6FD}"/>
              </a:ext>
            </a:extLst>
          </p:cNvPr>
          <p:cNvSpPr txBox="1"/>
          <p:nvPr/>
        </p:nvSpPr>
        <p:spPr>
          <a:xfrm>
            <a:off x="7991394" y="269504"/>
            <a:ext cx="418384" cy="246221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a0v.s[0]</a:t>
            </a:r>
            <a:endParaRPr lang="zh-CN" alt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0107056-F8D5-1695-D6C3-4D60BAEFCEFE}"/>
              </a:ext>
            </a:extLst>
          </p:cNvPr>
          <p:cNvSpPr txBox="1"/>
          <p:nvPr/>
        </p:nvSpPr>
        <p:spPr>
          <a:xfrm>
            <a:off x="6541475" y="2393686"/>
            <a:ext cx="896079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 ~ R3.h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8CCFEB1-7594-81EB-AA03-B4EBF418CA39}"/>
              </a:ext>
            </a:extLst>
          </p:cNvPr>
          <p:cNvSpPr txBox="1"/>
          <p:nvPr/>
        </p:nvSpPr>
        <p:spPr>
          <a:xfrm>
            <a:off x="8595852" y="2405007"/>
            <a:ext cx="285335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a0.s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4DD2886-259C-2695-CFCF-9F7450A6DD5A}"/>
              </a:ext>
            </a:extLst>
          </p:cNvPr>
          <p:cNvSpPr txBox="1"/>
          <p:nvPr/>
        </p:nvSpPr>
        <p:spPr>
          <a:xfrm>
            <a:off x="1859452" y="2774794"/>
            <a:ext cx="3105017" cy="338554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Pack matrix by vector instructions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EE9398B-4C30-ED10-ACC3-C902EDE6DC2E}"/>
              </a:ext>
            </a:extLst>
          </p:cNvPr>
          <p:cNvSpPr txBox="1"/>
          <p:nvPr/>
        </p:nvSpPr>
        <p:spPr>
          <a:xfrm>
            <a:off x="7546685" y="2774794"/>
            <a:ext cx="2681824" cy="338554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Pack matrix by array register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C7C1D91-08A4-9BBA-C231-706DE7817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9915993"/>
              </p:ext>
            </p:extLst>
          </p:nvPr>
        </p:nvGraphicFramePr>
        <p:xfrm>
          <a:off x="1038580" y="10969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35524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2539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854113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987568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8456661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147062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428278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96352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615155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9527B20-FE25-4354-F4C3-FCF847B53F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8010827"/>
              </p:ext>
            </p:extLst>
          </p:nvPr>
        </p:nvGraphicFramePr>
        <p:xfrm>
          <a:off x="1038580" y="13669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84386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96375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9918932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123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15176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538813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736037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416981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98742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97BC569-05F1-EEDC-9870-384A0A87DA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078667"/>
              </p:ext>
            </p:extLst>
          </p:nvPr>
        </p:nvGraphicFramePr>
        <p:xfrm>
          <a:off x="2813869" y="10969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35524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2539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854113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987568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8456661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147062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428278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96352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b0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b1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615155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86313524-2DAB-DF8E-2F56-B0FF7A1D6C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333839"/>
              </p:ext>
            </p:extLst>
          </p:nvPr>
        </p:nvGraphicFramePr>
        <p:xfrm>
          <a:off x="2813869" y="13669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84386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96375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9918932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123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15176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538813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736037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416981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98742"/>
                  </a:ext>
                </a:extLst>
              </a:tr>
            </a:tbl>
          </a:graphicData>
        </a:graphic>
      </p:graphicFrame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DDCAAE34-30E1-0D5A-4251-DD27EAE36A4A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2478580" y="1186962"/>
            <a:ext cx="3352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3EFAAA9-FB42-CB53-F81B-29D111EF76DA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2478580" y="1186962"/>
            <a:ext cx="335289" cy="27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BB37F6A3-36AD-25B5-E155-CC7030BCC614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 flipV="1">
            <a:off x="2478580" y="1186962"/>
            <a:ext cx="335289" cy="27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93C3597C-56B7-CA1C-5629-A660EF5BB526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2478580" y="1456962"/>
            <a:ext cx="3352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FB54EB28-5FF0-D2DA-EF95-7FB496AFDF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445890"/>
              </p:ext>
            </p:extLst>
          </p:nvPr>
        </p:nvGraphicFramePr>
        <p:xfrm>
          <a:off x="1038580" y="1740263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35929245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70361420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33988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210195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73224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17801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482963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4362228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54768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085F2FD4-37FF-FF60-73E3-3A80708AF2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239893"/>
              </p:ext>
            </p:extLst>
          </p:nvPr>
        </p:nvGraphicFramePr>
        <p:xfrm>
          <a:off x="1038580" y="200914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240857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88941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587239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954740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852056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3622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288724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4567893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55088"/>
                  </a:ext>
                </a:extLst>
              </a:tr>
            </a:tbl>
          </a:graphicData>
        </a:graphic>
      </p:graphicFrame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A72920D-88F6-7BAA-4418-C909222AA76E}"/>
              </a:ext>
            </a:extLst>
          </p:cNvPr>
          <p:cNvCxnSpPr>
            <a:cxnSpLocks/>
            <a:stCxn id="40" idx="3"/>
            <a:endCxn id="50" idx="1"/>
          </p:cNvCxnSpPr>
          <p:nvPr/>
        </p:nvCxnSpPr>
        <p:spPr>
          <a:xfrm>
            <a:off x="2478580" y="1830263"/>
            <a:ext cx="3352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7890ABE8-5285-78B7-E377-7B79BD03360B}"/>
              </a:ext>
            </a:extLst>
          </p:cNvPr>
          <p:cNvCxnSpPr>
            <a:cxnSpLocks/>
            <a:stCxn id="40" idx="3"/>
            <a:endCxn id="53" idx="1"/>
          </p:cNvCxnSpPr>
          <p:nvPr/>
        </p:nvCxnSpPr>
        <p:spPr>
          <a:xfrm>
            <a:off x="2478580" y="1830263"/>
            <a:ext cx="335289" cy="26887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10978632-2F8A-9458-6DDB-4E9E5C7228A4}"/>
              </a:ext>
            </a:extLst>
          </p:cNvPr>
          <p:cNvCxnSpPr>
            <a:cxnSpLocks/>
            <a:stCxn id="41" idx="3"/>
            <a:endCxn id="50" idx="1"/>
          </p:cNvCxnSpPr>
          <p:nvPr/>
        </p:nvCxnSpPr>
        <p:spPr>
          <a:xfrm flipV="1">
            <a:off x="2478580" y="1830263"/>
            <a:ext cx="335289" cy="26887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200990A3-8207-4BCC-5778-17D2AA52C9AF}"/>
              </a:ext>
            </a:extLst>
          </p:cNvPr>
          <p:cNvCxnSpPr>
            <a:cxnSpLocks/>
            <a:stCxn id="41" idx="3"/>
            <a:endCxn id="53" idx="1"/>
          </p:cNvCxnSpPr>
          <p:nvPr/>
        </p:nvCxnSpPr>
        <p:spPr>
          <a:xfrm>
            <a:off x="2478580" y="2099142"/>
            <a:ext cx="3352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表格 49">
            <a:extLst>
              <a:ext uri="{FF2B5EF4-FFF2-40B4-BE49-F238E27FC236}">
                <a16:creationId xmlns:a16="http://schemas.microsoft.com/office/drawing/2014/main" id="{8FCD4A50-0483-94D8-6FDE-42D5948AD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7632445"/>
              </p:ext>
            </p:extLst>
          </p:nvPr>
        </p:nvGraphicFramePr>
        <p:xfrm>
          <a:off x="2813869" y="1740263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35929245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70361420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33988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210195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73224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17801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482963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4362228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547689"/>
                  </a:ext>
                </a:extLst>
              </a:tr>
            </a:tbl>
          </a:graphicData>
        </a:graphic>
      </p:graphicFrame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1FA5DA0-F935-5CA2-1766-DF33A84756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944485"/>
              </p:ext>
            </p:extLst>
          </p:nvPr>
        </p:nvGraphicFramePr>
        <p:xfrm>
          <a:off x="2813869" y="200914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240857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88941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587239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954740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852056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3622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288724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4567893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55088"/>
                  </a:ext>
                </a:extLst>
              </a:tr>
            </a:tbl>
          </a:graphicData>
        </a:graphic>
      </p:graphicFrame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F60CE423-0E9F-8766-7412-E9585410A5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677344"/>
              </p:ext>
            </p:extLst>
          </p:nvPr>
        </p:nvGraphicFramePr>
        <p:xfrm>
          <a:off x="4589157" y="10969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35524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2539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854113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987568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8456661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147062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428278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96352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b0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b1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615155"/>
                  </a:ext>
                </a:extLst>
              </a:tr>
            </a:tbl>
          </a:graphicData>
        </a:graphic>
      </p:graphicFrame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255AB7E6-488B-C4D4-E616-1399AF09E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921967"/>
              </p:ext>
            </p:extLst>
          </p:nvPr>
        </p:nvGraphicFramePr>
        <p:xfrm>
          <a:off x="4589157" y="136696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84386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96375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9918932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123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15176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538813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736037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416981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98742"/>
                  </a:ext>
                </a:extLst>
              </a:tr>
            </a:tbl>
          </a:graphicData>
        </a:graphic>
      </p:graphicFrame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700D7A40-2C87-C139-274A-53F98CC18053}"/>
              </a:ext>
            </a:extLst>
          </p:cNvPr>
          <p:cNvCxnSpPr>
            <a:cxnSpLocks/>
            <a:stCxn id="6" idx="3"/>
            <a:endCxn id="57" idx="1"/>
          </p:cNvCxnSpPr>
          <p:nvPr/>
        </p:nvCxnSpPr>
        <p:spPr>
          <a:xfrm>
            <a:off x="4253869" y="1186962"/>
            <a:ext cx="3352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DC83BB96-2084-ABA4-B918-D8C088810294}"/>
              </a:ext>
            </a:extLst>
          </p:cNvPr>
          <p:cNvCxnSpPr>
            <a:cxnSpLocks/>
            <a:stCxn id="6" idx="3"/>
            <a:endCxn id="67" idx="1"/>
          </p:cNvCxnSpPr>
          <p:nvPr/>
        </p:nvCxnSpPr>
        <p:spPr>
          <a:xfrm>
            <a:off x="4253869" y="1186962"/>
            <a:ext cx="335288" cy="643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A18C56BE-51B8-F572-5B3A-8E1CF894C139}"/>
              </a:ext>
            </a:extLst>
          </p:cNvPr>
          <p:cNvCxnSpPr>
            <a:cxnSpLocks/>
            <a:stCxn id="9" idx="3"/>
            <a:endCxn id="68" idx="1"/>
          </p:cNvCxnSpPr>
          <p:nvPr/>
        </p:nvCxnSpPr>
        <p:spPr>
          <a:xfrm>
            <a:off x="4253869" y="1456962"/>
            <a:ext cx="335288" cy="64218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22645C-E224-B3B6-BC1D-64C2A21D4FA1}"/>
              </a:ext>
            </a:extLst>
          </p:cNvPr>
          <p:cNvCxnSpPr>
            <a:cxnSpLocks/>
            <a:stCxn id="9" idx="3"/>
            <a:endCxn id="58" idx="1"/>
          </p:cNvCxnSpPr>
          <p:nvPr/>
        </p:nvCxnSpPr>
        <p:spPr>
          <a:xfrm>
            <a:off x="4253869" y="1456962"/>
            <a:ext cx="3352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B8328763-17D2-BA25-7657-5592BCF29E5C}"/>
              </a:ext>
            </a:extLst>
          </p:cNvPr>
          <p:cNvCxnSpPr>
            <a:cxnSpLocks/>
            <a:stCxn id="50" idx="3"/>
            <a:endCxn id="57" idx="1"/>
          </p:cNvCxnSpPr>
          <p:nvPr/>
        </p:nvCxnSpPr>
        <p:spPr>
          <a:xfrm flipV="1">
            <a:off x="4253869" y="1186962"/>
            <a:ext cx="335288" cy="643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747582BE-4C6E-C290-F08F-58C4219B5B61}"/>
              </a:ext>
            </a:extLst>
          </p:cNvPr>
          <p:cNvCxnSpPr>
            <a:cxnSpLocks/>
            <a:stCxn id="50" idx="3"/>
            <a:endCxn id="67" idx="1"/>
          </p:cNvCxnSpPr>
          <p:nvPr/>
        </p:nvCxnSpPr>
        <p:spPr>
          <a:xfrm>
            <a:off x="4253869" y="1830263"/>
            <a:ext cx="3352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ECC3EAA5-D740-4504-7BF2-548694A15530}"/>
              </a:ext>
            </a:extLst>
          </p:cNvPr>
          <p:cNvCxnSpPr>
            <a:cxnSpLocks/>
            <a:stCxn id="53" idx="3"/>
            <a:endCxn id="58" idx="1"/>
          </p:cNvCxnSpPr>
          <p:nvPr/>
        </p:nvCxnSpPr>
        <p:spPr>
          <a:xfrm flipV="1">
            <a:off x="4253869" y="1456962"/>
            <a:ext cx="335288" cy="64218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7CD366F4-B253-758E-6B7D-C55366AFD2F6}"/>
              </a:ext>
            </a:extLst>
          </p:cNvPr>
          <p:cNvCxnSpPr>
            <a:cxnSpLocks/>
            <a:stCxn id="53" idx="3"/>
            <a:endCxn id="68" idx="1"/>
          </p:cNvCxnSpPr>
          <p:nvPr/>
        </p:nvCxnSpPr>
        <p:spPr>
          <a:xfrm>
            <a:off x="4253869" y="2099142"/>
            <a:ext cx="3352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975847DC-8250-6C81-4D98-8EB8B83CCB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547937"/>
              </p:ext>
            </p:extLst>
          </p:nvPr>
        </p:nvGraphicFramePr>
        <p:xfrm>
          <a:off x="4589157" y="1740263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35929245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70361420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33988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210195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73224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17801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482963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4362228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547689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A0822CA-1025-0E2B-C9D8-17B0746CD0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587860"/>
              </p:ext>
            </p:extLst>
          </p:nvPr>
        </p:nvGraphicFramePr>
        <p:xfrm>
          <a:off x="4589157" y="2009142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240857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88941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587239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954740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852056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3622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288724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4567893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55088"/>
                  </a:ext>
                </a:extLst>
              </a:tr>
            </a:tbl>
          </a:graphicData>
        </a:graphic>
      </p:graphicFrame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F385E036-8123-8537-16D0-25A143C45E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608334"/>
              </p:ext>
            </p:extLst>
          </p:nvPr>
        </p:nvGraphicFramePr>
        <p:xfrm>
          <a:off x="6269514" y="92426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35524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2539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854113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987568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8456661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147062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428278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96352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615155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AACD182-FFB1-7D5F-6611-A9CB216F8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0953471"/>
              </p:ext>
            </p:extLst>
          </p:nvPr>
        </p:nvGraphicFramePr>
        <p:xfrm>
          <a:off x="6269514" y="122832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84386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96375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9918932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123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15176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538813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736037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416981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98742"/>
                  </a:ext>
                </a:extLst>
              </a:tr>
            </a:tbl>
          </a:graphicData>
        </a:graphic>
      </p:graphicFrame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60CB4BAE-8829-E00B-1836-21DB95B653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002788"/>
              </p:ext>
            </p:extLst>
          </p:nvPr>
        </p:nvGraphicFramePr>
        <p:xfrm>
          <a:off x="6269514" y="153238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35929245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70361420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33988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210195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73224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17801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482963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4362228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547689"/>
                  </a:ext>
                </a:extLst>
              </a:tr>
            </a:tbl>
          </a:graphicData>
        </a:graphic>
      </p:graphicFrame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85E5D264-072E-6BC4-560B-DE547C1E5C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827924"/>
              </p:ext>
            </p:extLst>
          </p:nvPr>
        </p:nvGraphicFramePr>
        <p:xfrm>
          <a:off x="6269514" y="183644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240857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88941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587239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954740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852056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3622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288724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4567893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55088"/>
                  </a:ext>
                </a:extLst>
              </a:tr>
            </a:tbl>
          </a:graphicData>
        </a:graphic>
      </p:graphicFrame>
      <p:sp>
        <p:nvSpPr>
          <p:cNvPr id="80" name="左大括号 79">
            <a:extLst>
              <a:ext uri="{FF2B5EF4-FFF2-40B4-BE49-F238E27FC236}">
                <a16:creationId xmlns:a16="http://schemas.microsoft.com/office/drawing/2014/main" id="{52CBBE6E-D038-7EED-E309-2BFFDB5A6040}"/>
              </a:ext>
            </a:extLst>
          </p:cNvPr>
          <p:cNvSpPr/>
          <p:nvPr/>
        </p:nvSpPr>
        <p:spPr>
          <a:xfrm rot="5400000">
            <a:off x="8150579" y="387271"/>
            <a:ext cx="100013" cy="364134"/>
          </a:xfrm>
          <a:prstGeom prst="leftBrace">
            <a:avLst/>
          </a:prstGeom>
          <a:ln w="127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2" name="表格 81">
            <a:extLst>
              <a:ext uri="{FF2B5EF4-FFF2-40B4-BE49-F238E27FC236}">
                <a16:creationId xmlns:a16="http://schemas.microsoft.com/office/drawing/2014/main" id="{FCCDAB5B-D45D-0EC5-5B5E-A580B0F10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2801480"/>
              </p:ext>
            </p:extLst>
          </p:nvPr>
        </p:nvGraphicFramePr>
        <p:xfrm>
          <a:off x="9929507" y="94966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35524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2539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6854113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7987568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8456661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147062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428278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96352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b0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b1</a:t>
                      </a:r>
                      <a:endParaRPr lang="zh-CN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d0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d1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615155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6563C361-4366-2406-A55B-6FC8424FB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685685"/>
              </p:ext>
            </p:extLst>
          </p:nvPr>
        </p:nvGraphicFramePr>
        <p:xfrm>
          <a:off x="9929507" y="124737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28438641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96375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89918932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123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15176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538813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736037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416981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d2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d3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098742"/>
                  </a:ext>
                </a:extLst>
              </a:tr>
            </a:tbl>
          </a:graphicData>
        </a:graphic>
      </p:graphicFrame>
      <p:graphicFrame>
        <p:nvGraphicFramePr>
          <p:cNvPr id="84" name="表格 83">
            <a:extLst>
              <a:ext uri="{FF2B5EF4-FFF2-40B4-BE49-F238E27FC236}">
                <a16:creationId xmlns:a16="http://schemas.microsoft.com/office/drawing/2014/main" id="{05C96C16-6F17-7D4A-580A-399135FDA8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552255"/>
              </p:ext>
            </p:extLst>
          </p:nvPr>
        </p:nvGraphicFramePr>
        <p:xfrm>
          <a:off x="9929507" y="154508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359292452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70361420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0339885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8210195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073224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17801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482963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4362228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a5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b4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>
                          <a:solidFill>
                            <a:schemeClr val="tx1"/>
                          </a:solidFill>
                        </a:rPr>
                        <a:t>b5</a:t>
                      </a:r>
                      <a:endParaRPr lang="zh-CN" altLang="en-US" sz="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d4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d5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547689"/>
                  </a:ext>
                </a:extLst>
              </a:tr>
            </a:tbl>
          </a:graphicData>
        </a:graphic>
      </p:graphicFrame>
      <p:graphicFrame>
        <p:nvGraphicFramePr>
          <p:cNvPr id="85" name="表格 84">
            <a:extLst>
              <a:ext uri="{FF2B5EF4-FFF2-40B4-BE49-F238E27FC236}">
                <a16:creationId xmlns:a16="http://schemas.microsoft.com/office/drawing/2014/main" id="{88E84E89-8F82-C78E-A4A7-1E990D3F6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55439"/>
              </p:ext>
            </p:extLst>
          </p:nvPr>
        </p:nvGraphicFramePr>
        <p:xfrm>
          <a:off x="9929507" y="1836444"/>
          <a:ext cx="1440000" cy="1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4240857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588941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5587239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954740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852056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362206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288724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4567893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a7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b7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d6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b="1" dirty="0">
                          <a:solidFill>
                            <a:schemeClr val="tx1"/>
                          </a:solidFill>
                        </a:rPr>
                        <a:t>d7</a:t>
                      </a:r>
                      <a:endParaRPr lang="zh-CN" alt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55088"/>
                  </a:ext>
                </a:extLst>
              </a:tr>
            </a:tbl>
          </a:graphicData>
        </a:graphic>
      </p:graphicFrame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144B4079-5D52-8856-9E41-47F1F63938E7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709514" y="871858"/>
            <a:ext cx="334404" cy="14240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>
            <a:extLst>
              <a:ext uri="{FF2B5EF4-FFF2-40B4-BE49-F238E27FC236}">
                <a16:creationId xmlns:a16="http://schemas.microsoft.com/office/drawing/2014/main" id="{CF66C9E5-4949-2EFC-B062-5C7F202A871E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709514" y="1239984"/>
            <a:ext cx="334404" cy="7834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9943F7D1-AB46-3BFC-CB2B-7703D5437B13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709514" y="1580429"/>
            <a:ext cx="334404" cy="4195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672485BB-F1F2-BC46-6EF9-0752E2F5555F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7709514" y="1926444"/>
            <a:ext cx="334404" cy="3779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 99">
            <a:extLst>
              <a:ext uri="{FF2B5EF4-FFF2-40B4-BE49-F238E27FC236}">
                <a16:creationId xmlns:a16="http://schemas.microsoft.com/office/drawing/2014/main" id="{F3C0ADA5-1B28-C5E1-F92A-E46519E7C954}"/>
              </a:ext>
            </a:extLst>
          </p:cNvPr>
          <p:cNvSpPr/>
          <p:nvPr/>
        </p:nvSpPr>
        <p:spPr>
          <a:xfrm>
            <a:off x="8018518" y="695362"/>
            <a:ext cx="364135" cy="1440000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8F9D6BC-C798-7917-5C69-7F5007537022}"/>
              </a:ext>
            </a:extLst>
          </p:cNvPr>
          <p:cNvCxnSpPr>
            <a:stCxn id="100" idx="2"/>
            <a:endCxn id="82" idx="1"/>
          </p:cNvCxnSpPr>
          <p:nvPr/>
        </p:nvCxnSpPr>
        <p:spPr>
          <a:xfrm rot="5400000" flipH="1" flipV="1">
            <a:off x="8517197" y="723052"/>
            <a:ext cx="1095698" cy="1728921"/>
          </a:xfrm>
          <a:prstGeom prst="bentConnector4">
            <a:avLst>
              <a:gd name="adj1" fmla="val -20863"/>
              <a:gd name="adj2" fmla="val 86117"/>
            </a:avLst>
          </a:prstGeom>
          <a:ln w="19050">
            <a:solidFill>
              <a:srgbClr val="7030A0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D89F93B-9C05-CB57-ABEC-BF6893D440E8}"/>
              </a:ext>
            </a:extLst>
          </p:cNvPr>
          <p:cNvSpPr txBox="1"/>
          <p:nvPr/>
        </p:nvSpPr>
        <p:spPr>
          <a:xfrm>
            <a:off x="10201468" y="2373951"/>
            <a:ext cx="896079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 ~ R3.h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25217464-3246-FCE2-1C0F-C1257ADCF71B}"/>
              </a:ext>
            </a:extLst>
          </p:cNvPr>
          <p:cNvSpPr txBox="1"/>
          <p:nvPr/>
        </p:nvSpPr>
        <p:spPr>
          <a:xfrm>
            <a:off x="1310541" y="2259322"/>
            <a:ext cx="896079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 ~ R3.h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15DCF098-E157-D72E-C9C9-D7A98DF3C996}"/>
              </a:ext>
            </a:extLst>
          </p:cNvPr>
          <p:cNvSpPr txBox="1"/>
          <p:nvPr/>
        </p:nvSpPr>
        <p:spPr>
          <a:xfrm>
            <a:off x="3135523" y="2259323"/>
            <a:ext cx="796693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R4.h~R7.h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0FED341-A526-82CF-E37C-2D6BD9472372}"/>
              </a:ext>
            </a:extLst>
          </p:cNvPr>
          <p:cNvSpPr txBox="1"/>
          <p:nvPr/>
        </p:nvSpPr>
        <p:spPr>
          <a:xfrm>
            <a:off x="4861118" y="2259321"/>
            <a:ext cx="896079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R0.h ~ R3.h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左大括号 112">
            <a:extLst>
              <a:ext uri="{FF2B5EF4-FFF2-40B4-BE49-F238E27FC236}">
                <a16:creationId xmlns:a16="http://schemas.microsoft.com/office/drawing/2014/main" id="{8A8CF0B9-D0B8-1EB2-F4C0-9329FD396AF7}"/>
              </a:ext>
            </a:extLst>
          </p:cNvPr>
          <p:cNvSpPr/>
          <p:nvPr/>
        </p:nvSpPr>
        <p:spPr>
          <a:xfrm rot="10800000">
            <a:off x="9516638" y="704377"/>
            <a:ext cx="72722" cy="325687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BCFDEE39-A0CE-E035-2997-9D3FEAAA50E8}"/>
              </a:ext>
            </a:extLst>
          </p:cNvPr>
          <p:cNvSpPr txBox="1"/>
          <p:nvPr/>
        </p:nvSpPr>
        <p:spPr>
          <a:xfrm>
            <a:off x="9622393" y="738507"/>
            <a:ext cx="424796" cy="246221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a0h.s[0]</a:t>
            </a:r>
            <a:endParaRPr lang="zh-CN" alt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644</Words>
  <Application>Microsoft Office PowerPoint</Application>
  <PresentationFormat>宽屏</PresentationFormat>
  <Paragraphs>453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 kiri</dc:creator>
  <cp:lastModifiedBy>miko kiri</cp:lastModifiedBy>
  <cp:revision>25</cp:revision>
  <dcterms:created xsi:type="dcterms:W3CDTF">2025-09-01T14:25:13Z</dcterms:created>
  <dcterms:modified xsi:type="dcterms:W3CDTF">2026-02-28T06:40:51Z</dcterms:modified>
</cp:coreProperties>
</file>