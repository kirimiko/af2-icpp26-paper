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507" y="5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93AD28-C441-2538-4DFC-D6DFCDB89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90AF89-60EC-730F-F249-D4C7BDE993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ADE3E2-A63C-7F0B-139D-6A54016DC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165EA0-DE6D-3A49-A025-C2570ED6B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85961D-3B30-33A5-6189-73FF69C4D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313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23FBBA-4912-DBD4-17F6-7521DA1FC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1D8AD6-DCEE-5ACE-E18F-9D557F813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2EED3B-99D4-F796-2CE9-0B8DAD6FB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F258C1-1E00-CC20-7C34-2A9A46B71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908768-D0EE-A6BF-390E-E281FC1E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589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E989D-204A-79B1-B417-3CA1E6247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6DCF00-5BA0-C57B-5047-4C65773C9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3CFED9-5D69-2E3D-8ED5-EE9726E3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F7949D-6189-B751-80D8-C847E109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E09683-27A2-4D01-035B-8DB85758A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96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D10CE-986D-116B-3428-D3A0017A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6C708E-F47E-2594-91AC-A279EEB1D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FB43430-4CFD-7F3D-1579-FD686EFB3D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61EC31-3911-B6AD-2A77-0D680BDE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CD0ED0-2019-9D47-A8CA-1542ABCF4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5170252-C1B6-196B-93A2-06E85E2D6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8174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B2302F-6F92-C376-E3B5-DF9A2E3A3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AF0942-E537-10FD-2149-43EABF419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4217423-E7FB-4512-8CD9-F8E375D6D8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91E42CE-CB58-05A3-69EA-8121E29DC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BE4F7EC-820C-B35A-1199-F4F0CCDED7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FD0DFA9-FE22-2050-254D-2AFC2F6D0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5CAFE3-E1F8-10BC-3D79-34F3E6BF4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8796FE3-33B6-FFA5-1D54-127FCCF4C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154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53F1B7-A771-3B96-5F5E-537DEFDE4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2130DA5-119F-4E01-7AC8-6D3D11BA4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6327F8-141F-ADD9-59B1-11D91C06E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8AE6EC3-8733-8C5F-4854-E186A4D57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6984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EAC7D08-F966-130A-565F-9850F4F00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0EF2251-E81A-FDE5-07F5-6979268DD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5F057D-78D5-B908-D827-4F3343890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4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610EB7-C7BF-2FC6-88EC-DACF6035A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8D2B61-BD71-02C3-CD1D-7B1CE8EEB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F7072C-8665-38EC-6F07-5CA915E2E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FB01BD4-401C-B3C3-9491-07789F474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144A66-A458-503F-1A02-CB7FE107E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2F4D2F-AC72-F1A8-3DF8-CFA8547A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992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F0AB5E-93D2-2130-C953-15285257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90670B6-6EEC-0C66-CAE0-252E847203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87F80F-9527-614B-6A49-84667B9AE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9055B9-4A33-EFC0-4541-0288F3FDB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EBEF8B6-94CE-2A17-F562-58481429C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27E795-984B-8BD6-0B21-D79CDFC37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948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5902AB-6CC6-18AA-6114-34311C7B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9D2A30-E01D-B523-46E5-5EA5E4FB97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106D67-8264-7978-BF82-79C23C8C1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B1995B-FCE5-067B-9B7A-82440A89C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D285BE-FDF8-EDD3-690F-26A2F165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652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0D1FF9-7149-ED75-F844-DA350E427D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4D6E9F3-591E-07FE-904F-6345E2719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162896-79E4-97C3-1897-691122EC2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D2B646-E037-977F-782B-76B115CF4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803290-0DD1-06D1-60D8-FF9BB3B96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4087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89B3D08-778B-6D0F-8044-708CF720A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8B728A-348B-99AC-DCEB-42DF7DCCA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02B819-7DDC-3696-0612-9CDC71BCE0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46728-24B6-41E2-A49A-4CAD74EFF3B2}" type="datetimeFigureOut">
              <a:rPr lang="zh-CN" altLang="en-US" smtClean="0"/>
              <a:t>2025/9/1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578124-8D5D-B7AE-DDDD-E8F22CAFE1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6CDFC0-FCBB-4DB1-4BA4-E17BF95AFB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3173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093B963-C343-9D83-EB44-5BA88EE957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856076"/>
              </p:ext>
            </p:extLst>
          </p:nvPr>
        </p:nvGraphicFramePr>
        <p:xfrm>
          <a:off x="291725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23075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769406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630908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49407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974807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8134015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50476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96114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061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45593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50180B4-5C9E-C9F6-2C07-321EA519F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412414"/>
              </p:ext>
            </p:extLst>
          </p:nvPr>
        </p:nvGraphicFramePr>
        <p:xfrm>
          <a:off x="4604948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945D1EA5-B2DD-8A8D-D529-7713E2CB2683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71725" y="1095253"/>
            <a:ext cx="1433223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B8528B1-5AC8-31D1-1D21-44F95AFCC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473128"/>
              </p:ext>
            </p:extLst>
          </p:nvPr>
        </p:nvGraphicFramePr>
        <p:xfrm>
          <a:off x="8969468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3072BC3-F756-3C85-2B6A-C052C381E6D7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7484948" y="1095253"/>
            <a:ext cx="1484520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CA6E5AE1-D801-CFC2-22DC-FEE0E24D45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84484"/>
              </p:ext>
            </p:extLst>
          </p:nvPr>
        </p:nvGraphicFramePr>
        <p:xfrm>
          <a:off x="291725" y="3817347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23075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769406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630908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49407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974807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8134015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50476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96114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061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455933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F282E9A-FC30-8F6C-A45C-527147F5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630430"/>
              </p:ext>
            </p:extLst>
          </p:nvPr>
        </p:nvGraphicFramePr>
        <p:xfrm>
          <a:off x="5001017" y="3457347"/>
          <a:ext cx="216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2612398075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3343882393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836735550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4108924212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2392720920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3695001672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57327317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3988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1415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89411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40D085-3746-B40B-C0FC-D1C0FAF3F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4003896"/>
              </p:ext>
            </p:extLst>
          </p:nvPr>
        </p:nvGraphicFramePr>
        <p:xfrm>
          <a:off x="8969468" y="3817347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A07EF1C0-5E37-F1B4-15B9-1D81FE1220FA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171725" y="4537347"/>
            <a:ext cx="182929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E2741F6-D1A8-9E15-65ED-89B37B5C5BDA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161017" y="4537347"/>
            <a:ext cx="1808451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B410A2B4-FA5B-2A98-F330-157C622A29FB}"/>
              </a:ext>
            </a:extLst>
          </p:cNvPr>
          <p:cNvSpPr txBox="1"/>
          <p:nvPr/>
        </p:nvSpPr>
        <p:spPr>
          <a:xfrm>
            <a:off x="903774" y="2015934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D30BEAB-7CFD-5109-DA58-1A62633D2A79}"/>
              </a:ext>
            </a:extLst>
          </p:cNvPr>
          <p:cNvSpPr txBox="1"/>
          <p:nvPr/>
        </p:nvSpPr>
        <p:spPr>
          <a:xfrm>
            <a:off x="3449113" y="706962"/>
            <a:ext cx="878447" cy="49244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trn.s</a:t>
            </a:r>
            <a:endParaRPr lang="zh-CN" altLang="en-US" sz="26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289B0C-C9EF-9093-1222-3923E16246C5}"/>
              </a:ext>
            </a:extLst>
          </p:cNvPr>
          <p:cNvSpPr txBox="1"/>
          <p:nvPr/>
        </p:nvSpPr>
        <p:spPr>
          <a:xfrm>
            <a:off x="7760734" y="729494"/>
            <a:ext cx="932949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trn.d</a:t>
            </a:r>
            <a:endParaRPr lang="zh-CN" altLang="en-US" sz="26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4352920-E24F-E0CC-C7B0-70A0CF54CC30}"/>
              </a:ext>
            </a:extLst>
          </p:cNvPr>
          <p:cNvSpPr txBox="1"/>
          <p:nvPr/>
        </p:nvSpPr>
        <p:spPr>
          <a:xfrm>
            <a:off x="3442765" y="4168015"/>
            <a:ext cx="1287212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movh.s</a:t>
            </a:r>
            <a:endParaRPr lang="zh-CN" altLang="en-US" sz="2600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A662E1-54E4-2C81-9CA6-7B87ABF3E0E9}"/>
              </a:ext>
            </a:extLst>
          </p:cNvPr>
          <p:cNvSpPr txBox="1"/>
          <p:nvPr/>
        </p:nvSpPr>
        <p:spPr>
          <a:xfrm>
            <a:off x="7435263" y="4168015"/>
            <a:ext cx="125996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movv.s</a:t>
            </a:r>
            <a:endParaRPr lang="zh-CN" altLang="en-US" sz="26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ABDBB3-8A7F-6A19-B5E2-BF337374FD6A}"/>
              </a:ext>
            </a:extLst>
          </p:cNvPr>
          <p:cNvSpPr txBox="1"/>
          <p:nvPr/>
        </p:nvSpPr>
        <p:spPr>
          <a:xfrm>
            <a:off x="903774" y="5617347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7D627BF-76F7-2749-133B-4192E8D53241}"/>
              </a:ext>
            </a:extLst>
          </p:cNvPr>
          <p:cNvSpPr txBox="1"/>
          <p:nvPr/>
        </p:nvSpPr>
        <p:spPr>
          <a:xfrm>
            <a:off x="9648191" y="201593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171AD78-D91D-0E7B-E7E2-8316CD8E5E6E}"/>
              </a:ext>
            </a:extLst>
          </p:cNvPr>
          <p:cNvSpPr txBox="1"/>
          <p:nvPr/>
        </p:nvSpPr>
        <p:spPr>
          <a:xfrm>
            <a:off x="5216997" y="201593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R4.h ~ R7.h</a:t>
            </a:r>
            <a:endParaRPr lang="zh-CN" altLang="en-US" sz="26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C15F83-54EB-336F-1EF4-12286356B690}"/>
              </a:ext>
            </a:extLst>
          </p:cNvPr>
          <p:cNvSpPr txBox="1"/>
          <p:nvPr/>
        </p:nvSpPr>
        <p:spPr>
          <a:xfrm>
            <a:off x="5745987" y="5759673"/>
            <a:ext cx="59792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A0.s</a:t>
            </a:r>
            <a:endParaRPr lang="zh-CN" altLang="en-US" sz="26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DF4A49F-8D43-88C3-3496-45C83C57FBE5}"/>
              </a:ext>
            </a:extLst>
          </p:cNvPr>
          <p:cNvSpPr txBox="1"/>
          <p:nvPr/>
        </p:nvSpPr>
        <p:spPr>
          <a:xfrm>
            <a:off x="9648191" y="575967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70DC0D7-18C9-063A-72EC-66B4C265C20B}"/>
              </a:ext>
            </a:extLst>
          </p:cNvPr>
          <p:cNvSpPr txBox="1"/>
          <p:nvPr/>
        </p:nvSpPr>
        <p:spPr>
          <a:xfrm>
            <a:off x="3462512" y="2704139"/>
            <a:ext cx="523701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(a) Pack matrix by vector instructions</a:t>
            </a:r>
            <a:endParaRPr lang="zh-CN" altLang="en-US" sz="26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E2BA69D-03EC-B308-1011-B634E2A3B159}"/>
              </a:ext>
            </a:extLst>
          </p:cNvPr>
          <p:cNvSpPr txBox="1"/>
          <p:nvPr/>
        </p:nvSpPr>
        <p:spPr>
          <a:xfrm>
            <a:off x="3818378" y="6264880"/>
            <a:ext cx="4525278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(b) Pack matrix by array register</a:t>
            </a:r>
            <a:endParaRPr lang="zh-CN" altLang="en-US" sz="2600" dirty="0"/>
          </a:p>
        </p:txBody>
      </p:sp>
    </p:spTree>
    <p:extLst>
      <p:ext uri="{BB962C8B-B14F-4D97-AF65-F5344CB8AC3E}">
        <p14:creationId xmlns:p14="http://schemas.microsoft.com/office/powerpoint/2010/main" val="2734057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70</Words>
  <Application>Microsoft Office PowerPoint</Application>
  <PresentationFormat>宽屏</PresentationFormat>
  <Paragraphs>12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22</cp:revision>
  <dcterms:created xsi:type="dcterms:W3CDTF">2025-09-01T14:25:13Z</dcterms:created>
  <dcterms:modified xsi:type="dcterms:W3CDTF">2025-09-01T21:11:38Z</dcterms:modified>
</cp:coreProperties>
</file>