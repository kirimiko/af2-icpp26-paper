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777526-88AD-7681-4876-C6BDF9AC96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5F5DFBE-E3E6-2DDC-DA8D-6A8A4217BF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65C07D-580C-FD1E-3BA7-3DC4BC8B7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BD534-28D7-4EDF-B4FA-9024AFBD2823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907FDE-E776-7E68-AAE8-08BDCED37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C94B3B-2444-8437-D742-5B73E54C5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B5472-2C55-43AF-9C43-533266031B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0356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FD1142-CEF5-B335-AB44-8AD4F6F94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D384C6-22C3-30B4-2F8E-A40A19825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AC78AA-5EE8-F14A-74AD-0494590D0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BD534-28D7-4EDF-B4FA-9024AFBD2823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CAE36B-9DD1-3228-2DA9-3F2CEC031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9EF2F5-173D-3909-092B-E885057DA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B5472-2C55-43AF-9C43-533266031B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7881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496B02-7DA0-8830-0DAC-AA6ED7B90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3BCD671-9637-A4C2-2B4E-9747B7BDE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897185-B360-32BA-BD1D-5157217FE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BD534-28D7-4EDF-B4FA-9024AFBD2823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B7F493-7435-519D-38DC-9127AA53F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A9CE2B-16C2-9D69-ACA5-8C1621DB7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B5472-2C55-43AF-9C43-533266031B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7909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C63789-10CE-54DD-9C82-FF3E7EAAE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25CD26-A1A5-E969-CB9A-F4894E7502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56DEDD3-E167-6E46-D9F2-87F0BEC54A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0540B1C-EBA4-A8CF-CB6E-4E1342412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BD534-28D7-4EDF-B4FA-9024AFBD2823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3EB0C5D-AAD0-D9FA-001F-7EA0B646A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A67D2A-3110-1882-7BBF-EAE80F569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B5472-2C55-43AF-9C43-533266031B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7438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D60D3D-9298-ACC4-4F4A-5F2210F39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B7FC413-4573-F007-7594-0360D5DB9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8C5223B-DCBE-FE88-1B49-35C41EA735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B0008A0-A7AE-FF24-11E0-63B677E44A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A3BB8D1-EF72-BCF9-B286-8662E47988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EF5D618-6969-EFB2-3E62-8F281C716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BD534-28D7-4EDF-B4FA-9024AFBD2823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74D218D-B414-1CD5-9CC2-F2F99BC6B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86DB840-99EF-2DD5-7256-21970EB85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B5472-2C55-43AF-9C43-533266031B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0786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29CD87-6655-E516-3968-6116AAA3D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DCC362E-8DD8-421D-A399-825EAFFA0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BD534-28D7-4EDF-B4FA-9024AFBD2823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423B639-664C-83AB-E323-C877019FD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E505CB3-6C78-35C6-1399-FD1070E17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B5472-2C55-43AF-9C43-533266031B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1073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98EF4C3-1F32-E14A-9D71-295212A07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BD534-28D7-4EDF-B4FA-9024AFBD2823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CFFD3AA-FD1F-5DBA-F484-E8CE648C9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933E00-8515-A352-C940-DEFF37036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B5472-2C55-43AF-9C43-533266031B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536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CEBD82-0E73-8A67-FA46-58CFA5C62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A925D5-BFD7-164A-031B-D0A372C35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C1CD08B-2649-A1B7-32DE-504FF92CB4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F50EDD5-76C3-38C6-AA1C-4AB32CED0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BD534-28D7-4EDF-B4FA-9024AFBD2823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9111FFF-3CEB-BCC3-DA56-509DB9950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D13260-D67C-92A9-EFA1-2A4BF8DC3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B5472-2C55-43AF-9C43-533266031B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1270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FDFC4C-86CF-B578-BD8B-24176B750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A644C37-60E5-A723-6F48-FEB5D7B62E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6329FA9-81B6-36C0-A6F2-7E710C06D6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7FC7F92-3ECA-452C-A90B-8A99C4984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BD534-28D7-4EDF-B4FA-9024AFBD2823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64146E9-D08A-7086-75C1-0901EB9E2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E6DFC1C-B2BB-88A1-2F1D-060C51799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B5472-2C55-43AF-9C43-533266031B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3734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6EDEFF-4705-F2AD-0E78-B5841FD5A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5F9EC4B-4661-6D24-9B13-26F9923858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378C1D-A945-C6C6-5B34-004A76560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BD534-28D7-4EDF-B4FA-9024AFBD2823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520B1A-F033-546C-E916-B710DE3BD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9483C8-08E9-1363-E627-3EB7FC401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B5472-2C55-43AF-9C43-533266031B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0413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DA50AEB-A701-1EFA-4F6E-15AEF8EE8E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18E4270-99E1-2E4C-5EBC-E27D6A03E4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2431B0-61C8-9405-AAAD-880BB038D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BD534-28D7-4EDF-B4FA-9024AFBD2823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D96A8D-1C6D-945B-1893-E0868FF4B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AD0845-F190-BFE7-338A-DD0F009F5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B5472-2C55-43AF-9C43-533266031B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4669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6DCE32D-740C-E55C-D83B-5F6881250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B866DD-1B50-FBDC-5016-49FA8809E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32EBC8-BC1E-371F-02EC-7C27CC7D66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BD534-28D7-4EDF-B4FA-9024AFBD2823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3E9281-CC10-A756-E99F-8685458C3B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572D7E-11D6-9251-9FF2-CCA7A6BA7A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5B5472-2C55-43AF-9C43-533266031B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967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3EBA718-EDDB-33BD-BA51-D2C22590D20A}"/>
              </a:ext>
            </a:extLst>
          </p:cNvPr>
          <p:cNvSpPr txBox="1"/>
          <p:nvPr/>
        </p:nvSpPr>
        <p:spPr>
          <a:xfrm>
            <a:off x="6848475" y="3168650"/>
            <a:ext cx="1943099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</a:rPr>
              <a:t>(b) Outer-Product</a:t>
            </a:r>
            <a:endParaRPr lang="zh-CN" altLang="en-US" sz="1600" dirty="0">
              <a:latin typeface="Arial" panose="020B0604020202020204" pitchFamily="34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44A927B2-D787-B77B-F411-B98FD10D7FA0}"/>
              </a:ext>
            </a:extLst>
          </p:cNvPr>
          <p:cNvGrpSpPr/>
          <p:nvPr/>
        </p:nvGrpSpPr>
        <p:grpSpPr>
          <a:xfrm>
            <a:off x="6191250" y="1905000"/>
            <a:ext cx="762000" cy="1143000"/>
            <a:chOff x="6731000" y="1905000"/>
            <a:chExt cx="762000" cy="1143000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98239873-A759-90D1-ABFE-61231C7EC242}"/>
                </a:ext>
              </a:extLst>
            </p:cNvPr>
            <p:cNvGrpSpPr/>
            <p:nvPr/>
          </p:nvGrpSpPr>
          <p:grpSpPr>
            <a:xfrm>
              <a:off x="6731000" y="2286000"/>
              <a:ext cx="762000" cy="762000"/>
              <a:chOff x="6731000" y="2286000"/>
              <a:chExt cx="762000" cy="762000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2FB3C344-FBEA-DA9F-F931-EDFDADA4A18D}"/>
                  </a:ext>
                </a:extLst>
              </p:cNvPr>
              <p:cNvSpPr/>
              <p:nvPr/>
            </p:nvSpPr>
            <p:spPr>
              <a:xfrm>
                <a:off x="7048500" y="2286000"/>
                <a:ext cx="127000" cy="762000"/>
              </a:xfrm>
              <a:prstGeom prst="rect">
                <a:avLst/>
              </a:prstGeom>
              <a:solidFill>
                <a:srgbClr val="C8FFC8"/>
              </a:solid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78537FD2-9527-1605-86A0-5EE5B3A6F5F0}"/>
                  </a:ext>
                </a:extLst>
              </p:cNvPr>
              <p:cNvSpPr/>
              <p:nvPr/>
            </p:nvSpPr>
            <p:spPr>
              <a:xfrm>
                <a:off x="6731000" y="2286000"/>
                <a:ext cx="762000" cy="762000"/>
              </a:xfrm>
              <a:prstGeom prst="rect">
                <a:avLst/>
              </a:prstGeom>
              <a:noFill/>
              <a:ln w="1905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</p:grp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F6A0D251-B679-1551-55B1-8E568A244126}"/>
                </a:ext>
              </a:extLst>
            </p:cNvPr>
            <p:cNvSpPr txBox="1"/>
            <p:nvPr/>
          </p:nvSpPr>
          <p:spPr>
            <a:xfrm>
              <a:off x="6857999" y="1905000"/>
              <a:ext cx="508002" cy="369332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en-US" altLang="zh-CN" i="1" dirty="0">
                  <a:latin typeface="Arial" panose="020B0604020202020204" pitchFamily="34" charset="0"/>
                </a:rPr>
                <a:t>A</a:t>
              </a:r>
              <a:endParaRPr lang="zh-CN" altLang="en-US" i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C823D71-7EED-1A35-8A1E-5FA678774DB7}"/>
              </a:ext>
            </a:extLst>
          </p:cNvPr>
          <p:cNvGrpSpPr/>
          <p:nvPr/>
        </p:nvGrpSpPr>
        <p:grpSpPr>
          <a:xfrm>
            <a:off x="7496175" y="1905000"/>
            <a:ext cx="762000" cy="1143000"/>
            <a:chOff x="7839075" y="1905000"/>
            <a:chExt cx="762000" cy="1143000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5B29DCD5-CAC6-7A2B-30FD-6B4F49D2908D}"/>
                </a:ext>
              </a:extLst>
            </p:cNvPr>
            <p:cNvGrpSpPr/>
            <p:nvPr/>
          </p:nvGrpSpPr>
          <p:grpSpPr>
            <a:xfrm>
              <a:off x="7839075" y="2286000"/>
              <a:ext cx="762000" cy="762000"/>
              <a:chOff x="7804150" y="2286000"/>
              <a:chExt cx="762000" cy="762000"/>
            </a:xfrm>
          </p:grpSpPr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97145A0D-DB38-F9D6-ED19-0920713AA913}"/>
                  </a:ext>
                </a:extLst>
              </p:cNvPr>
              <p:cNvSpPr/>
              <p:nvPr/>
            </p:nvSpPr>
            <p:spPr>
              <a:xfrm>
                <a:off x="7804150" y="2540000"/>
                <a:ext cx="762000" cy="127000"/>
              </a:xfrm>
              <a:prstGeom prst="rect">
                <a:avLst/>
              </a:prstGeom>
              <a:solidFill>
                <a:srgbClr val="C8FFC8"/>
              </a:solid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4F24CA29-DB52-DCF2-CFEB-4D5BFC9B7DA4}"/>
                  </a:ext>
                </a:extLst>
              </p:cNvPr>
              <p:cNvSpPr/>
              <p:nvPr/>
            </p:nvSpPr>
            <p:spPr>
              <a:xfrm>
                <a:off x="7804150" y="2286000"/>
                <a:ext cx="762000" cy="762000"/>
              </a:xfrm>
              <a:prstGeom prst="rect">
                <a:avLst/>
              </a:prstGeom>
              <a:noFill/>
              <a:ln w="1905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1E5A6380-933B-3B94-71B6-8518251B1936}"/>
                </a:ext>
              </a:extLst>
            </p:cNvPr>
            <p:cNvSpPr txBox="1"/>
            <p:nvPr/>
          </p:nvSpPr>
          <p:spPr>
            <a:xfrm>
              <a:off x="7966075" y="1905000"/>
              <a:ext cx="508001" cy="369332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en-US" altLang="zh-CN" i="1">
                  <a:latin typeface="Arial" panose="020B0604020202020204" pitchFamily="34" charset="0"/>
                </a:rPr>
                <a:t>B</a:t>
              </a:r>
              <a:endParaRPr lang="zh-CN" altLang="en-US" i="1">
                <a:latin typeface="Arial" panose="020B0604020202020204" pitchFamily="34" charset="0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D6EE7473-78C8-619E-B7B9-FD63FF21D4A9}"/>
              </a:ext>
            </a:extLst>
          </p:cNvPr>
          <p:cNvSpPr txBox="1"/>
          <p:nvPr/>
        </p:nvSpPr>
        <p:spPr>
          <a:xfrm>
            <a:off x="8285162" y="2433994"/>
            <a:ext cx="381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dirty="0"/>
              <a:t>=</a:t>
            </a:r>
            <a:endParaRPr lang="zh-CN" altLang="en-US" sz="2400" dirty="0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BEB6BD91-6D05-8AC1-C717-40FAE6CE5B25}"/>
              </a:ext>
            </a:extLst>
          </p:cNvPr>
          <p:cNvGrpSpPr/>
          <p:nvPr/>
        </p:nvGrpSpPr>
        <p:grpSpPr>
          <a:xfrm>
            <a:off x="8743950" y="1905000"/>
            <a:ext cx="762000" cy="1143000"/>
            <a:chOff x="8947150" y="1905000"/>
            <a:chExt cx="762000" cy="1143000"/>
          </a:xfrm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75EDF6DF-F349-0611-B1B4-3A1991C30176}"/>
                </a:ext>
              </a:extLst>
            </p:cNvPr>
            <p:cNvSpPr txBox="1"/>
            <p:nvPr/>
          </p:nvSpPr>
          <p:spPr>
            <a:xfrm>
              <a:off x="9074150" y="1905000"/>
              <a:ext cx="508001" cy="369332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en-US" altLang="zh-CN" i="1">
                  <a:latin typeface="Arial" panose="020B0604020202020204" pitchFamily="34" charset="0"/>
                </a:rPr>
                <a:t>C</a:t>
              </a:r>
              <a:endParaRPr lang="zh-CN" altLang="en-US" i="1">
                <a:latin typeface="Arial" panose="020B0604020202020204" pitchFamily="34" charset="0"/>
              </a:endParaRPr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4847058E-E930-4932-AB49-22DD99936927}"/>
                </a:ext>
              </a:extLst>
            </p:cNvPr>
            <p:cNvGrpSpPr/>
            <p:nvPr/>
          </p:nvGrpSpPr>
          <p:grpSpPr>
            <a:xfrm>
              <a:off x="8947150" y="2286000"/>
              <a:ext cx="762000" cy="762000"/>
              <a:chOff x="8947150" y="2286000"/>
              <a:chExt cx="762000" cy="762000"/>
            </a:xfrm>
          </p:grpSpPr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4BA05F06-6011-2C68-B3BA-69DA2458AF6C}"/>
                  </a:ext>
                </a:extLst>
              </p:cNvPr>
              <p:cNvSpPr/>
              <p:nvPr/>
            </p:nvSpPr>
            <p:spPr>
              <a:xfrm>
                <a:off x="8947150" y="2286000"/>
                <a:ext cx="762000" cy="762000"/>
              </a:xfrm>
              <a:prstGeom prst="rect">
                <a:avLst/>
              </a:prstGeom>
              <a:solidFill>
                <a:srgbClr val="FFC896"/>
              </a:solid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9B1144B8-6F64-3A1B-3FE0-1D19B820A597}"/>
                  </a:ext>
                </a:extLst>
              </p:cNvPr>
              <p:cNvSpPr/>
              <p:nvPr/>
            </p:nvSpPr>
            <p:spPr>
              <a:xfrm>
                <a:off x="8947150" y="2286000"/>
                <a:ext cx="762000" cy="762000"/>
              </a:xfrm>
              <a:prstGeom prst="rect">
                <a:avLst/>
              </a:prstGeom>
              <a:noFill/>
              <a:ln w="1905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9A4CCBAC-2FCA-5BD9-4563-DCC4A88DC5B6}"/>
                  </a:ext>
                </a:extLst>
              </p:cNvPr>
              <p:cNvCxnSpPr/>
              <p:nvPr/>
            </p:nvCxnSpPr>
            <p:spPr>
              <a:xfrm>
                <a:off x="8947150" y="2476500"/>
                <a:ext cx="762000" cy="0"/>
              </a:xfrm>
              <a:prstGeom prst="line">
                <a:avLst/>
              </a:prstGeom>
              <a:ln>
                <a:solidFill>
                  <a:srgbClr val="969696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3433648D-F031-D26F-8D0E-485B9E41194F}"/>
                  </a:ext>
                </a:extLst>
              </p:cNvPr>
              <p:cNvCxnSpPr/>
              <p:nvPr/>
            </p:nvCxnSpPr>
            <p:spPr>
              <a:xfrm>
                <a:off x="9137650" y="2286000"/>
                <a:ext cx="0" cy="762000"/>
              </a:xfrm>
              <a:prstGeom prst="line">
                <a:avLst/>
              </a:prstGeom>
              <a:ln>
                <a:solidFill>
                  <a:srgbClr val="969696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03C602C2-7AB3-12EA-1F7C-28D126085F56}"/>
                  </a:ext>
                </a:extLst>
              </p:cNvPr>
              <p:cNvCxnSpPr/>
              <p:nvPr/>
            </p:nvCxnSpPr>
            <p:spPr>
              <a:xfrm>
                <a:off x="8947150" y="2667000"/>
                <a:ext cx="762000" cy="0"/>
              </a:xfrm>
              <a:prstGeom prst="line">
                <a:avLst/>
              </a:prstGeom>
              <a:ln>
                <a:solidFill>
                  <a:srgbClr val="969696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3A907AF3-9636-2DDE-BB86-134B950D8CA4}"/>
                  </a:ext>
                </a:extLst>
              </p:cNvPr>
              <p:cNvCxnSpPr/>
              <p:nvPr/>
            </p:nvCxnSpPr>
            <p:spPr>
              <a:xfrm>
                <a:off x="9328150" y="2286000"/>
                <a:ext cx="0" cy="762000"/>
              </a:xfrm>
              <a:prstGeom prst="line">
                <a:avLst/>
              </a:prstGeom>
              <a:ln>
                <a:solidFill>
                  <a:srgbClr val="969696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CAB49C55-C7C7-D46A-1D06-CB128CD1D996}"/>
                  </a:ext>
                </a:extLst>
              </p:cNvPr>
              <p:cNvCxnSpPr/>
              <p:nvPr/>
            </p:nvCxnSpPr>
            <p:spPr>
              <a:xfrm>
                <a:off x="8947150" y="2857500"/>
                <a:ext cx="762000" cy="0"/>
              </a:xfrm>
              <a:prstGeom prst="line">
                <a:avLst/>
              </a:prstGeom>
              <a:ln>
                <a:solidFill>
                  <a:srgbClr val="969696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02CB5BB7-5CB6-2B25-B7F9-840D2BB93F5A}"/>
                  </a:ext>
                </a:extLst>
              </p:cNvPr>
              <p:cNvCxnSpPr/>
              <p:nvPr/>
            </p:nvCxnSpPr>
            <p:spPr>
              <a:xfrm>
                <a:off x="9518650" y="2286000"/>
                <a:ext cx="0" cy="762000"/>
              </a:xfrm>
              <a:prstGeom prst="line">
                <a:avLst/>
              </a:prstGeom>
              <a:ln>
                <a:solidFill>
                  <a:srgbClr val="969696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3C30185D-1F03-121B-2A2C-FD5AF7816F4B}"/>
                  </a:ext>
                </a:extLst>
              </p:cNvPr>
              <p:cNvSpPr txBox="1"/>
              <p:nvPr/>
            </p:nvSpPr>
            <p:spPr>
              <a:xfrm>
                <a:off x="6997951" y="2497723"/>
                <a:ext cx="45987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⊗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3C30185D-1F03-121B-2A2C-FD5AF7816F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7951" y="2497723"/>
                <a:ext cx="459873" cy="338554"/>
              </a:xfrm>
              <a:prstGeom prst="rect">
                <a:avLst/>
              </a:prstGeom>
              <a:blipFill>
                <a:blip r:embed="rId2"/>
                <a:stretch>
                  <a:fillRect b="-1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文本框 27">
            <a:extLst>
              <a:ext uri="{FF2B5EF4-FFF2-40B4-BE49-F238E27FC236}">
                <a16:creationId xmlns:a16="http://schemas.microsoft.com/office/drawing/2014/main" id="{445D2475-ADCC-7C6D-49C5-6DFA2B0A90BB}"/>
              </a:ext>
            </a:extLst>
          </p:cNvPr>
          <p:cNvSpPr txBox="1"/>
          <p:nvPr/>
        </p:nvSpPr>
        <p:spPr>
          <a:xfrm>
            <a:off x="6423025" y="1610638"/>
            <a:ext cx="2863849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</a:rPr>
              <a:t>(a) Inner-Product</a:t>
            </a:r>
            <a:endParaRPr lang="zh-CN" altLang="en-US" sz="1600" dirty="0">
              <a:latin typeface="Arial" panose="020B0604020202020204" pitchFamily="34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1261FD3F-32FE-2F33-3EC6-DE9031191C16}"/>
              </a:ext>
            </a:extLst>
          </p:cNvPr>
          <p:cNvGrpSpPr/>
          <p:nvPr/>
        </p:nvGrpSpPr>
        <p:grpSpPr>
          <a:xfrm>
            <a:off x="6191250" y="376795"/>
            <a:ext cx="762000" cy="1143000"/>
            <a:chOff x="6242050" y="376795"/>
            <a:chExt cx="762000" cy="1143000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60A3C112-A62A-2119-F39D-F6407DB5245D}"/>
                </a:ext>
              </a:extLst>
            </p:cNvPr>
            <p:cNvGrpSpPr/>
            <p:nvPr/>
          </p:nvGrpSpPr>
          <p:grpSpPr>
            <a:xfrm>
              <a:off x="6242050" y="757795"/>
              <a:ext cx="762000" cy="762000"/>
              <a:chOff x="1016000" y="2286000"/>
              <a:chExt cx="762000" cy="762000"/>
            </a:xfrm>
          </p:grpSpPr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75D30385-BA1A-6A2D-EBE5-470A5A18277F}"/>
                  </a:ext>
                </a:extLst>
              </p:cNvPr>
              <p:cNvSpPr/>
              <p:nvPr/>
            </p:nvSpPr>
            <p:spPr>
              <a:xfrm>
                <a:off x="1016000" y="2540000"/>
                <a:ext cx="762000" cy="127000"/>
              </a:xfrm>
              <a:prstGeom prst="rect">
                <a:avLst/>
              </a:prstGeom>
              <a:solidFill>
                <a:srgbClr val="C8C8FF"/>
              </a:solid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D6B9A62B-199B-0649-4449-D8A4148DDE73}"/>
                  </a:ext>
                </a:extLst>
              </p:cNvPr>
              <p:cNvSpPr/>
              <p:nvPr/>
            </p:nvSpPr>
            <p:spPr>
              <a:xfrm>
                <a:off x="1016000" y="2286000"/>
                <a:ext cx="762000" cy="762000"/>
              </a:xfrm>
              <a:prstGeom prst="rect">
                <a:avLst/>
              </a:prstGeom>
              <a:noFill/>
              <a:ln w="1905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</p:grp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95D1AF79-D915-0BBD-7A55-88EDAB848ED3}"/>
                </a:ext>
              </a:extLst>
            </p:cNvPr>
            <p:cNvSpPr txBox="1"/>
            <p:nvPr/>
          </p:nvSpPr>
          <p:spPr>
            <a:xfrm>
              <a:off x="6242050" y="376795"/>
              <a:ext cx="762000" cy="369332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US" altLang="zh-CN" i="1" dirty="0">
                  <a:latin typeface="Arial" panose="020B0604020202020204" pitchFamily="34" charset="0"/>
                </a:rPr>
                <a:t>A</a:t>
              </a:r>
              <a:endParaRPr lang="zh-CN" altLang="en-US" i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800D715C-3843-230A-5611-97E09A4CD842}"/>
              </a:ext>
            </a:extLst>
          </p:cNvPr>
          <p:cNvGrpSpPr/>
          <p:nvPr/>
        </p:nvGrpSpPr>
        <p:grpSpPr>
          <a:xfrm>
            <a:off x="7467600" y="376795"/>
            <a:ext cx="762000" cy="1143000"/>
            <a:chOff x="2032000" y="1905000"/>
            <a:chExt cx="762000" cy="1143000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83037D87-7981-C6AB-6499-4572A83EB568}"/>
                </a:ext>
              </a:extLst>
            </p:cNvPr>
            <p:cNvSpPr/>
            <p:nvPr/>
          </p:nvSpPr>
          <p:spPr>
            <a:xfrm>
              <a:off x="2349500" y="2286000"/>
              <a:ext cx="127000" cy="762000"/>
            </a:xfrm>
            <a:prstGeom prst="rect">
              <a:avLst/>
            </a:prstGeom>
            <a:solidFill>
              <a:srgbClr val="C8C8F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AA8A9B5B-8B8B-E880-FD3F-F047D648FF58}"/>
                </a:ext>
              </a:extLst>
            </p:cNvPr>
            <p:cNvSpPr/>
            <p:nvPr/>
          </p:nvSpPr>
          <p:spPr>
            <a:xfrm>
              <a:off x="2032000" y="2286000"/>
              <a:ext cx="762000" cy="762000"/>
            </a:xfrm>
            <a:prstGeom prst="rect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F70864B0-D2B2-3BF8-5026-BF8295C2BE8D}"/>
                </a:ext>
              </a:extLst>
            </p:cNvPr>
            <p:cNvSpPr txBox="1"/>
            <p:nvPr/>
          </p:nvSpPr>
          <p:spPr>
            <a:xfrm>
              <a:off x="2032000" y="1905000"/>
              <a:ext cx="762000" cy="369332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US" altLang="zh-CN" i="1">
                  <a:latin typeface="Arial" panose="020B0604020202020204" pitchFamily="34" charset="0"/>
                </a:rPr>
                <a:t>B</a:t>
              </a:r>
              <a:endParaRPr lang="zh-CN" altLang="en-US" i="1">
                <a:latin typeface="Arial" panose="020B0604020202020204" pitchFamily="34" charset="0"/>
              </a:endParaRPr>
            </a:p>
          </p:txBody>
        </p:sp>
      </p:grpSp>
      <p:sp>
        <p:nvSpPr>
          <p:cNvPr id="37" name="文本框 36">
            <a:extLst>
              <a:ext uri="{FF2B5EF4-FFF2-40B4-BE49-F238E27FC236}">
                <a16:creationId xmlns:a16="http://schemas.microsoft.com/office/drawing/2014/main" id="{4451E76A-4CDE-70D7-299E-619FFC8D3790}"/>
              </a:ext>
            </a:extLst>
          </p:cNvPr>
          <p:cNvSpPr txBox="1"/>
          <p:nvPr/>
        </p:nvSpPr>
        <p:spPr>
          <a:xfrm>
            <a:off x="8285162" y="905788"/>
            <a:ext cx="381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dirty="0"/>
              <a:t>=</a:t>
            </a:r>
            <a:endParaRPr lang="zh-CN" altLang="en-US" sz="2400" dirty="0"/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86036ADD-057E-C7EB-9E28-35F3B3BA178C}"/>
              </a:ext>
            </a:extLst>
          </p:cNvPr>
          <p:cNvGrpSpPr/>
          <p:nvPr/>
        </p:nvGrpSpPr>
        <p:grpSpPr>
          <a:xfrm>
            <a:off x="8743950" y="376795"/>
            <a:ext cx="762000" cy="1143000"/>
            <a:chOff x="3175000" y="1905000"/>
            <a:chExt cx="762000" cy="1143000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1CE1CAB5-0FF5-ACF0-63A1-1DE56CD59B0F}"/>
                </a:ext>
              </a:extLst>
            </p:cNvPr>
            <p:cNvGrpSpPr/>
            <p:nvPr/>
          </p:nvGrpSpPr>
          <p:grpSpPr>
            <a:xfrm>
              <a:off x="3175000" y="2286000"/>
              <a:ext cx="762000" cy="762000"/>
              <a:chOff x="3175000" y="2286000"/>
              <a:chExt cx="762000" cy="762000"/>
            </a:xfrm>
          </p:grpSpPr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03A6E5F4-9A82-E3FB-625E-E9768B5759E2}"/>
                  </a:ext>
                </a:extLst>
              </p:cNvPr>
              <p:cNvSpPr/>
              <p:nvPr/>
            </p:nvSpPr>
            <p:spPr>
              <a:xfrm>
                <a:off x="3492500" y="2540000"/>
                <a:ext cx="127000" cy="127000"/>
              </a:xfrm>
              <a:prstGeom prst="rect">
                <a:avLst/>
              </a:prstGeom>
              <a:solidFill>
                <a:srgbClr val="FF9696"/>
              </a:solid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EC74C4B2-8591-BC7F-938D-864EED902EDE}"/>
                  </a:ext>
                </a:extLst>
              </p:cNvPr>
              <p:cNvSpPr/>
              <p:nvPr/>
            </p:nvSpPr>
            <p:spPr>
              <a:xfrm>
                <a:off x="3175000" y="2286000"/>
                <a:ext cx="762000" cy="762000"/>
              </a:xfrm>
              <a:prstGeom prst="rect">
                <a:avLst/>
              </a:prstGeom>
              <a:noFill/>
              <a:ln w="1905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</p:grp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39C125D1-8A1E-46E5-384F-240FB64A898E}"/>
                </a:ext>
              </a:extLst>
            </p:cNvPr>
            <p:cNvSpPr txBox="1"/>
            <p:nvPr/>
          </p:nvSpPr>
          <p:spPr>
            <a:xfrm>
              <a:off x="3175000" y="1905000"/>
              <a:ext cx="762000" cy="369332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US" altLang="zh-CN" i="1">
                  <a:latin typeface="Arial" panose="020B0604020202020204" pitchFamily="34" charset="0"/>
                </a:rPr>
                <a:t>C</a:t>
              </a:r>
              <a:endParaRPr lang="zh-CN" altLang="en-US" i="1">
                <a:latin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714322CE-DC7A-95BD-6357-EE0331883D29}"/>
                  </a:ext>
                </a:extLst>
              </p:cNvPr>
              <p:cNvSpPr txBox="1"/>
              <p:nvPr/>
            </p:nvSpPr>
            <p:spPr>
              <a:xfrm>
                <a:off x="6997951" y="990741"/>
                <a:ext cx="45987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714322CE-DC7A-95BD-6357-EE0331883D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7951" y="990741"/>
                <a:ext cx="459873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0104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7354</TotalTime>
  <Words>18</Words>
  <Application>Microsoft Office PowerPoint</Application>
  <PresentationFormat>宽屏</PresentationFormat>
  <Paragraphs>12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miko kiri</dc:creator>
  <cp:lastModifiedBy>miko kiri</cp:lastModifiedBy>
  <cp:revision>2</cp:revision>
  <dcterms:created xsi:type="dcterms:W3CDTF">2026-04-08T08:03:04Z</dcterms:created>
  <dcterms:modified xsi:type="dcterms:W3CDTF">2026-04-29T12:40:13Z</dcterms:modified>
</cp:coreProperties>
</file>