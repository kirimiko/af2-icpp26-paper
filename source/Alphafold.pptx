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FEBF3"/>
    <a:srgbClr val="ABDB77"/>
    <a:srgbClr val="F8CECC"/>
    <a:srgbClr val="E0D4E7"/>
    <a:srgbClr val="EB9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03E2D-1E23-BB39-D91A-BC4E050207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124FE0-BA9D-168D-A7BA-26DFB0274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F32ADE-8D84-5D4E-DF09-CB15F6B96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E99D2-494C-4EDB-8DE3-59EFC1FDB0F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9584A1-7294-C81F-81E9-900029DB9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2DD306-24B0-B36A-A64C-DC4DE36E7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F6CB-9972-4588-BDF2-BFB4D33FF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058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86593-A194-3851-973A-7EB6F0163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C3B4C4-303E-DD21-D8E0-57D20D352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EA8EC0-DD4D-0D37-3177-C6823F506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E99D2-494C-4EDB-8DE3-59EFC1FDB0F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113C04-67C9-5142-7F78-441665399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A7E2DB-41D8-2EBE-C7F3-D750CFA73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F6CB-9972-4588-BDF2-BFB4D33FF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143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680D18-770E-1E17-1A0A-645F60E35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C7F6F-4E92-D4D1-ECCE-C35A6378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218439-C8BC-287E-1007-E9B39620A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E99D2-494C-4EDB-8DE3-59EFC1FDB0F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F166AB-A438-8DB3-6FA6-0478BA847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82C461-7E98-CE80-3BE9-8BF234AC5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F6CB-9972-4588-BDF2-BFB4D33FF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21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1F357-3188-AAF9-B7AD-7789DB2A7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58FC4C-420E-903E-17C4-5772B04BA2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68D894-EEEE-EE3E-13B2-780B62021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3A2A80-F762-DFCD-1E1F-757B7D580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E99D2-494C-4EDB-8DE3-59EFC1FDB0F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10F4F5-DED8-204B-5E36-D426439AC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CEF8A8-5524-11E6-2695-A65536CB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F6CB-9972-4588-BDF2-BFB4D33FF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647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B4C0D1-AD5B-A7DE-6FB0-EB24C4614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6AD311-A617-FA1B-94E9-A0330EBCD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F93B8-A338-1829-8BCA-336EE3853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5669022-237F-192E-F4AC-E195AA0BB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4FE4553-47B3-25A3-C28A-D2BD9C50B6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428F77-029E-C594-13DB-CA69416B3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E99D2-494C-4EDB-8DE3-59EFC1FDB0F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B99941A-9B06-8EBF-F2C4-49051CDF6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CC0239F-50B6-1834-E344-BF26849BF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F6CB-9972-4588-BDF2-BFB4D33FF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505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FDE9C8-2492-CF95-9890-2D2B84107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F5FFF41-E746-61DE-F876-7C2377DBD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E99D2-494C-4EDB-8DE3-59EFC1FDB0F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A3837CF-A626-F35A-D25D-E543AD1FD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C627A33-E889-3566-CF12-24989186E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F6CB-9972-4588-BDF2-BFB4D33FF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472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DAD27BC-0702-4A46-0DEE-DB5F63313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E99D2-494C-4EDB-8DE3-59EFC1FDB0F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09EC87F-5EAF-D834-3FDD-0192D2822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7F7FBC-94BF-E900-4637-3F2475B89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F6CB-9972-4588-BDF2-BFB4D33FF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591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D01453-1B01-3347-93AE-90E45E45D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82EED7-17AD-6407-4B95-8F1F1A6AF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CB4F4C-96ED-50FD-A816-93B49E587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C604AC-ED9E-4B3D-CB28-CFC58E5A0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E99D2-494C-4EDB-8DE3-59EFC1FDB0F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28A020-48F3-67F2-0438-A234E4D91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8A58DE-7278-FEE0-3854-D259B4E57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F6CB-9972-4588-BDF2-BFB4D33FF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65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3C168-E711-6B79-DE35-CFFCFE7A4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33D4824-7CA2-1C47-3B8C-6C0D77ACEB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D393B6-6E5D-9F89-903E-8D048BB5B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8673E9-912A-B8A6-C882-E09765090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E99D2-494C-4EDB-8DE3-59EFC1FDB0F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0DF786-88A6-2B72-E7EB-16729ACE1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769166-651C-464D-A3F9-9A78BE415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F6CB-9972-4588-BDF2-BFB4D33FF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740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65DED7-8A03-E609-ED1D-D3E9A07A9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E6929C-EB75-BEBC-C993-3927490095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0115CB-2AE6-38A9-30F9-067CC781E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E99D2-494C-4EDB-8DE3-59EFC1FDB0F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99B28E-6E41-C7E1-9984-4B256D659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F036DC-B3BB-7D23-E8E4-D02D3338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F6CB-9972-4588-BDF2-BFB4D33FF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027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8375A9-69E3-2791-41A7-73637CED4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30B137-4BD9-BC58-EFA8-E486DF5CC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06B4FC-2199-3D3A-5371-9A53D115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E99D2-494C-4EDB-8DE3-59EFC1FDB0F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0F62C4-95E0-FB60-E061-74A610572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C3D9C2-A8F3-380E-2EA9-9FF427E12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F6CB-9972-4588-BDF2-BFB4D33FF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203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2347E89-DE89-0A12-B509-F4799AFEA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4BB0B5-D88D-C417-3A00-E68D024E8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4954B4-CE62-0F3A-3E27-CB9832AD09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E99D2-494C-4EDB-8DE3-59EFC1FDB0F4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41A431-3112-7FD5-899A-DCADEA1BB7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67E569-53E3-6BF3-F1A4-33339CC19C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AF6CB-9972-4588-BDF2-BFB4D33FF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588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>
            <a:extLst>
              <a:ext uri="{FF2B5EF4-FFF2-40B4-BE49-F238E27FC236}">
                <a16:creationId xmlns:a16="http://schemas.microsoft.com/office/drawing/2014/main" id="{B6799C06-7D03-A6C7-FB80-0D02DE094128}"/>
              </a:ext>
            </a:extLst>
          </p:cNvPr>
          <p:cNvGrpSpPr/>
          <p:nvPr/>
        </p:nvGrpSpPr>
        <p:grpSpPr>
          <a:xfrm rot="16200000" flipV="1">
            <a:off x="4965594" y="1540673"/>
            <a:ext cx="1912407" cy="3955205"/>
            <a:chOff x="6730819" y="1098597"/>
            <a:chExt cx="2408844" cy="1595064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928979EA-1776-4243-B734-10941AAED1B3}"/>
                </a:ext>
              </a:extLst>
            </p:cNvPr>
            <p:cNvGrpSpPr/>
            <p:nvPr/>
          </p:nvGrpSpPr>
          <p:grpSpPr>
            <a:xfrm>
              <a:off x="6730819" y="1098597"/>
              <a:ext cx="2408844" cy="1595064"/>
              <a:chOff x="6045436" y="5650860"/>
              <a:chExt cx="1756567" cy="967144"/>
            </a:xfrm>
          </p:grpSpPr>
          <p:sp>
            <p:nvSpPr>
              <p:cNvPr id="48" name="矩形: 圆角 47">
                <a:extLst>
                  <a:ext uri="{FF2B5EF4-FFF2-40B4-BE49-F238E27FC236}">
                    <a16:creationId xmlns:a16="http://schemas.microsoft.com/office/drawing/2014/main" id="{0D099653-408C-F796-95E8-7C5D0BA545B0}"/>
                  </a:ext>
                </a:extLst>
              </p:cNvPr>
              <p:cNvSpPr/>
              <p:nvPr/>
            </p:nvSpPr>
            <p:spPr>
              <a:xfrm>
                <a:off x="6092306" y="5818398"/>
                <a:ext cx="1631447" cy="647207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1015B087-0D23-EE0D-AE77-4A22E92866D2}"/>
                  </a:ext>
                </a:extLst>
              </p:cNvPr>
              <p:cNvSpPr/>
              <p:nvPr/>
            </p:nvSpPr>
            <p:spPr>
              <a:xfrm>
                <a:off x="6045436" y="5650860"/>
                <a:ext cx="1756567" cy="4070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7CD5BD78-3A8E-46A8-4D4F-A8D61B5A1263}"/>
                  </a:ext>
                </a:extLst>
              </p:cNvPr>
              <p:cNvSpPr/>
              <p:nvPr/>
            </p:nvSpPr>
            <p:spPr>
              <a:xfrm>
                <a:off x="6045436" y="5970797"/>
                <a:ext cx="934265" cy="6472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C2B4C48A-36C6-994C-013B-D464E1CA81C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8288534" y="2155965"/>
              <a:ext cx="619" cy="57208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E345E4A2-3722-5106-6BA4-703AAA24C4CE}"/>
              </a:ext>
            </a:extLst>
          </p:cNvPr>
          <p:cNvGrpSpPr/>
          <p:nvPr/>
        </p:nvGrpSpPr>
        <p:grpSpPr>
          <a:xfrm>
            <a:off x="6730819" y="1122399"/>
            <a:ext cx="2408844" cy="1802317"/>
            <a:chOff x="6730819" y="1098597"/>
            <a:chExt cx="2408844" cy="1595064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EC856FDD-E2CC-CF5C-7557-266532A13EFD}"/>
                </a:ext>
              </a:extLst>
            </p:cNvPr>
            <p:cNvGrpSpPr/>
            <p:nvPr/>
          </p:nvGrpSpPr>
          <p:grpSpPr>
            <a:xfrm>
              <a:off x="6730819" y="1098597"/>
              <a:ext cx="2408844" cy="1595064"/>
              <a:chOff x="6045436" y="5650860"/>
              <a:chExt cx="1756567" cy="967144"/>
            </a:xfrm>
          </p:grpSpPr>
          <p:sp>
            <p:nvSpPr>
              <p:cNvPr id="33" name="矩形: 圆角 32">
                <a:extLst>
                  <a:ext uri="{FF2B5EF4-FFF2-40B4-BE49-F238E27FC236}">
                    <a16:creationId xmlns:a16="http://schemas.microsoft.com/office/drawing/2014/main" id="{0F2363AA-EE5A-BADC-AB9D-E7CFB763AC28}"/>
                  </a:ext>
                </a:extLst>
              </p:cNvPr>
              <p:cNvSpPr/>
              <p:nvPr/>
            </p:nvSpPr>
            <p:spPr>
              <a:xfrm>
                <a:off x="6092306" y="5818398"/>
                <a:ext cx="1631447" cy="647207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D2EED999-C16C-D945-87B5-398C53366A58}"/>
                  </a:ext>
                </a:extLst>
              </p:cNvPr>
              <p:cNvSpPr/>
              <p:nvPr/>
            </p:nvSpPr>
            <p:spPr>
              <a:xfrm>
                <a:off x="6045436" y="5650860"/>
                <a:ext cx="1756567" cy="4070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5C3161F7-FD59-6EDD-C868-F72B1AD2565B}"/>
                  </a:ext>
                </a:extLst>
              </p:cNvPr>
              <p:cNvSpPr/>
              <p:nvPr/>
            </p:nvSpPr>
            <p:spPr>
              <a:xfrm>
                <a:off x="6045436" y="5970797"/>
                <a:ext cx="934265" cy="6472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D8940243-7DE2-9FA8-1110-A8E33CB7C3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2800" y="2441698"/>
              <a:ext cx="78163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B9076D2-3F77-85EE-E84A-D92A9459E608}"/>
              </a:ext>
            </a:extLst>
          </p:cNvPr>
          <p:cNvSpPr/>
          <p:nvPr/>
        </p:nvSpPr>
        <p:spPr>
          <a:xfrm>
            <a:off x="641145" y="1004581"/>
            <a:ext cx="1760832" cy="54441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5B134BD-0A4E-0C0F-7C2B-140FD7EE4D68}"/>
              </a:ext>
            </a:extLst>
          </p:cNvPr>
          <p:cNvSpPr/>
          <p:nvPr/>
        </p:nvSpPr>
        <p:spPr>
          <a:xfrm>
            <a:off x="641144" y="3511817"/>
            <a:ext cx="1760834" cy="54441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8×Structure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AB61838-1E9E-4438-42E3-5F374145B997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521561" y="1548995"/>
            <a:ext cx="1" cy="2778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FF0761F-BB4F-845F-AE5B-172B88AB80FA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1521561" y="2371286"/>
            <a:ext cx="1" cy="2892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8688BF2-69AA-D2DC-9FE8-A621AB275D26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521561" y="3204989"/>
            <a:ext cx="0" cy="3068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85F7C3BE-6003-8C99-ADB5-63697CFC8BAC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 rot="5400000" flipH="1">
            <a:off x="-4264" y="2530406"/>
            <a:ext cx="3051650" cy="12700"/>
          </a:xfrm>
          <a:prstGeom prst="bentConnector5">
            <a:avLst>
              <a:gd name="adj1" fmla="val -7491"/>
              <a:gd name="adj2" fmla="val 8732417"/>
              <a:gd name="adj3" fmla="val 10749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>
            <a:extLst>
              <a:ext uri="{FF2B5EF4-FFF2-40B4-BE49-F238E27FC236}">
                <a16:creationId xmlns:a16="http://schemas.microsoft.com/office/drawing/2014/main" id="{3D72843F-B373-9FCE-EDD6-E7BC9BE3D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775" y="4613990"/>
            <a:ext cx="1130621" cy="923821"/>
          </a:xfrm>
          <a:prstGeom prst="rect">
            <a:avLst/>
          </a:prstGeom>
        </p:spPr>
      </p:pic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E4BB270F-E178-DE05-83E3-A89826FA6FB5}"/>
              </a:ext>
            </a:extLst>
          </p:cNvPr>
          <p:cNvCxnSpPr>
            <a:cxnSpLocks/>
            <a:stCxn id="7" idx="2"/>
            <a:endCxn id="49" idx="0"/>
          </p:cNvCxnSpPr>
          <p:nvPr/>
        </p:nvCxnSpPr>
        <p:spPr>
          <a:xfrm>
            <a:off x="1521561" y="4056231"/>
            <a:ext cx="9525" cy="55775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表格 53">
            <a:extLst>
              <a:ext uri="{FF2B5EF4-FFF2-40B4-BE49-F238E27FC236}">
                <a16:creationId xmlns:a16="http://schemas.microsoft.com/office/drawing/2014/main" id="{3C78E494-5F1C-9871-5EC7-56B39B59B1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635502"/>
              </p:ext>
            </p:extLst>
          </p:nvPr>
        </p:nvGraphicFramePr>
        <p:xfrm>
          <a:off x="2832445" y="1063902"/>
          <a:ext cx="1080000" cy="900000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6602953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1912906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9274782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11637265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83903183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24033086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59730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0631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65389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72185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9187"/>
                  </a:ext>
                </a:extLst>
              </a:tr>
            </a:tbl>
          </a:graphicData>
        </a:graphic>
      </p:graphicFrame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DF888359-443D-518A-A06A-8BB2CBA86B70}"/>
              </a:ext>
            </a:extLst>
          </p:cNvPr>
          <p:cNvSpPr/>
          <p:nvPr/>
        </p:nvSpPr>
        <p:spPr>
          <a:xfrm>
            <a:off x="4862869" y="1153902"/>
            <a:ext cx="753247" cy="720000"/>
          </a:xfrm>
          <a:prstGeom prst="roundRect">
            <a:avLst/>
          </a:prstGeom>
          <a:solidFill>
            <a:srgbClr val="E0D4E7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 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3F11C024-9D07-4E98-9C28-B099227348CA}"/>
              </a:ext>
            </a:extLst>
          </p:cNvPr>
          <p:cNvSpPr/>
          <p:nvPr/>
        </p:nvSpPr>
        <p:spPr>
          <a:xfrm>
            <a:off x="6741118" y="1153902"/>
            <a:ext cx="757185" cy="720000"/>
          </a:xfrm>
          <a:prstGeom prst="roundRect">
            <a:avLst/>
          </a:prstGeom>
          <a:solidFill>
            <a:srgbClr val="E0D4E7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 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996F0013-B598-86C1-A7A3-352A0355E835}"/>
              </a:ext>
            </a:extLst>
          </p:cNvPr>
          <p:cNvSpPr/>
          <p:nvPr/>
        </p:nvSpPr>
        <p:spPr>
          <a:xfrm>
            <a:off x="6241968" y="2290453"/>
            <a:ext cx="1760832" cy="720000"/>
          </a:xfrm>
          <a:prstGeom prst="roundRect">
            <a:avLst/>
          </a:prstGeom>
          <a:solidFill>
            <a:srgbClr val="F8CECC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Outer 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74E0BF58-8FA3-8FCB-A056-FBF60F0DA09C}"/>
              </a:ext>
            </a:extLst>
          </p:cNvPr>
          <p:cNvSpPr/>
          <p:nvPr/>
        </p:nvSpPr>
        <p:spPr>
          <a:xfrm>
            <a:off x="8623307" y="1153902"/>
            <a:ext cx="847544" cy="72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Feed-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BB185BD6-3F1E-DD92-8C3B-BE8387D12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5529"/>
              </p:ext>
            </p:extLst>
          </p:nvPr>
        </p:nvGraphicFramePr>
        <p:xfrm>
          <a:off x="2832445" y="3291533"/>
          <a:ext cx="1080000" cy="1080000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6602953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54202911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00548227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68662835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96944208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056654395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59730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37454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6388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88904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14042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36268"/>
                  </a:ext>
                </a:extLst>
              </a:tr>
            </a:tbl>
          </a:graphicData>
        </a:graphic>
      </p:graphicFrame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11D22259-1A6C-31FE-35F0-B14499BEDF50}"/>
              </a:ext>
            </a:extLst>
          </p:cNvPr>
          <p:cNvSpPr/>
          <p:nvPr/>
        </p:nvSpPr>
        <p:spPr>
          <a:xfrm>
            <a:off x="5604420" y="3471533"/>
            <a:ext cx="882032" cy="72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Triangle 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7C607481-1839-6AFB-FF08-CC7B43E1052A}"/>
              </a:ext>
            </a:extLst>
          </p:cNvPr>
          <p:cNvSpPr/>
          <p:nvPr/>
        </p:nvSpPr>
        <p:spPr>
          <a:xfrm>
            <a:off x="6657076" y="3471533"/>
            <a:ext cx="846000" cy="720000"/>
          </a:xfrm>
          <a:prstGeom prst="roundRect">
            <a:avLst/>
          </a:prstGeom>
          <a:solidFill>
            <a:srgbClr val="E0D4E7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Triangle 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637896FD-29E3-6898-F60F-09BF28136FBB}"/>
              </a:ext>
            </a:extLst>
          </p:cNvPr>
          <p:cNvSpPr/>
          <p:nvPr/>
        </p:nvSpPr>
        <p:spPr>
          <a:xfrm>
            <a:off x="8096436" y="3471533"/>
            <a:ext cx="847543" cy="720000"/>
          </a:xfrm>
          <a:prstGeom prst="roundRect">
            <a:avLst/>
          </a:prstGeom>
          <a:solidFill>
            <a:srgbClr val="E0D4E7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Triangle 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43E0A493-AE4E-7888-D458-94B2ADD43758}"/>
              </a:ext>
            </a:extLst>
          </p:cNvPr>
          <p:cNvSpPr/>
          <p:nvPr/>
        </p:nvSpPr>
        <p:spPr>
          <a:xfrm>
            <a:off x="4110914" y="3471533"/>
            <a:ext cx="882000" cy="72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Triangle 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1" name="表格 80">
            <a:extLst>
              <a:ext uri="{FF2B5EF4-FFF2-40B4-BE49-F238E27FC236}">
                <a16:creationId xmlns:a16="http://schemas.microsoft.com/office/drawing/2014/main" id="{60FA035E-982B-54DC-3CAD-45DF99FBD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452023"/>
              </p:ext>
            </p:extLst>
          </p:nvPr>
        </p:nvGraphicFramePr>
        <p:xfrm>
          <a:off x="10687164" y="1063902"/>
          <a:ext cx="1080000" cy="900000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6602953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70477163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12068578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68977163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52933632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918543186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59730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47974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71138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28215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997437"/>
                  </a:ext>
                </a:extLst>
              </a:tr>
            </a:tbl>
          </a:graphicData>
        </a:graphic>
      </p:graphicFrame>
      <p:graphicFrame>
        <p:nvGraphicFramePr>
          <p:cNvPr id="82" name="表格 81">
            <a:extLst>
              <a:ext uri="{FF2B5EF4-FFF2-40B4-BE49-F238E27FC236}">
                <a16:creationId xmlns:a16="http://schemas.microsoft.com/office/drawing/2014/main" id="{AF1C2DC8-536B-570C-6083-6BE6FDF40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410043"/>
              </p:ext>
            </p:extLst>
          </p:nvPr>
        </p:nvGraphicFramePr>
        <p:xfrm>
          <a:off x="10687164" y="3291533"/>
          <a:ext cx="1080000" cy="1080000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6602953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7578515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64247002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16705987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85850392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6489537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59730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5999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69892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7156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8467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627937"/>
                  </a:ext>
                </a:extLst>
              </a:tr>
            </a:tbl>
          </a:graphicData>
        </a:graphic>
      </p:graphicFrame>
      <p:sp>
        <p:nvSpPr>
          <p:cNvPr id="2" name="矩形: 圆角 1">
            <a:extLst>
              <a:ext uri="{FF2B5EF4-FFF2-40B4-BE49-F238E27FC236}">
                <a16:creationId xmlns:a16="http://schemas.microsoft.com/office/drawing/2014/main" id="{D8F058F1-C05B-18F0-6D0A-ACBE101DF7B8}"/>
              </a:ext>
            </a:extLst>
          </p:cNvPr>
          <p:cNvSpPr/>
          <p:nvPr/>
        </p:nvSpPr>
        <p:spPr>
          <a:xfrm>
            <a:off x="7949204" y="1153902"/>
            <a:ext cx="223200" cy="72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D058BD6-65B7-7301-3A51-072BBE2BBD4C}"/>
              </a:ext>
            </a:extLst>
          </p:cNvPr>
          <p:cNvSpPr/>
          <p:nvPr/>
        </p:nvSpPr>
        <p:spPr>
          <a:xfrm>
            <a:off x="6067017" y="1153902"/>
            <a:ext cx="223200" cy="72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79C37B1-1916-517D-5A91-97F0C4566514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3912445" y="1513902"/>
            <a:ext cx="95042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537118B-DF5A-418E-3E07-4B1F6B823C03}"/>
              </a:ext>
            </a:extLst>
          </p:cNvPr>
          <p:cNvCxnSpPr>
            <a:cxnSpLocks/>
            <a:stCxn id="55" idx="3"/>
            <a:endCxn id="3" idx="1"/>
          </p:cNvCxnSpPr>
          <p:nvPr/>
        </p:nvCxnSpPr>
        <p:spPr>
          <a:xfrm>
            <a:off x="5616116" y="1513902"/>
            <a:ext cx="45090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FCFA2B1-AE4F-D8DB-FF7C-40487FB6F0B7}"/>
              </a:ext>
            </a:extLst>
          </p:cNvPr>
          <p:cNvCxnSpPr>
            <a:cxnSpLocks/>
            <a:stCxn id="3" idx="3"/>
            <a:endCxn id="56" idx="1"/>
          </p:cNvCxnSpPr>
          <p:nvPr/>
        </p:nvCxnSpPr>
        <p:spPr>
          <a:xfrm>
            <a:off x="6290217" y="1513902"/>
            <a:ext cx="45090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944D0BD-B8CF-AC35-C659-B46767EF763D}"/>
              </a:ext>
            </a:extLst>
          </p:cNvPr>
          <p:cNvCxnSpPr>
            <a:cxnSpLocks/>
            <a:stCxn id="56" idx="3"/>
            <a:endCxn id="2" idx="1"/>
          </p:cNvCxnSpPr>
          <p:nvPr/>
        </p:nvCxnSpPr>
        <p:spPr>
          <a:xfrm>
            <a:off x="7498303" y="1513902"/>
            <a:ext cx="45090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E66FE99-0190-A497-D08B-85FBC6A260CF}"/>
              </a:ext>
            </a:extLst>
          </p:cNvPr>
          <p:cNvCxnSpPr>
            <a:cxnSpLocks/>
            <a:stCxn id="2" idx="3"/>
            <a:endCxn id="74" idx="1"/>
          </p:cNvCxnSpPr>
          <p:nvPr/>
        </p:nvCxnSpPr>
        <p:spPr>
          <a:xfrm>
            <a:off x="8172404" y="1513902"/>
            <a:ext cx="4509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BEABBC8-B45A-9AD6-C748-5B1B01794C94}"/>
              </a:ext>
            </a:extLst>
          </p:cNvPr>
          <p:cNvSpPr/>
          <p:nvPr/>
        </p:nvSpPr>
        <p:spPr>
          <a:xfrm>
            <a:off x="5190480" y="3471533"/>
            <a:ext cx="220609" cy="7200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F9679744-99C9-7197-7926-A0FD68D3599D}"/>
              </a:ext>
            </a:extLst>
          </p:cNvPr>
          <p:cNvSpPr/>
          <p:nvPr/>
        </p:nvSpPr>
        <p:spPr>
          <a:xfrm>
            <a:off x="7684968" y="3471533"/>
            <a:ext cx="224197" cy="72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D7BAC550-8AE4-DF74-662D-4D012268EDA5}"/>
              </a:ext>
            </a:extLst>
          </p:cNvPr>
          <p:cNvSpPr/>
          <p:nvPr/>
        </p:nvSpPr>
        <p:spPr>
          <a:xfrm>
            <a:off x="9139662" y="3471533"/>
            <a:ext cx="224198" cy="72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A5858688-5D8E-0F06-6D89-069AACC03D91}"/>
              </a:ext>
            </a:extLst>
          </p:cNvPr>
          <p:cNvCxnSpPr>
            <a:cxnSpLocks/>
            <a:stCxn id="80" idx="3"/>
            <a:endCxn id="40" idx="1"/>
          </p:cNvCxnSpPr>
          <p:nvPr/>
        </p:nvCxnSpPr>
        <p:spPr>
          <a:xfrm>
            <a:off x="4992914" y="3831533"/>
            <a:ext cx="19756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F95F5E82-3607-6F3A-95FF-7F2D7BD89512}"/>
              </a:ext>
            </a:extLst>
          </p:cNvPr>
          <p:cNvCxnSpPr>
            <a:cxnSpLocks/>
            <a:stCxn id="40" idx="3"/>
            <a:endCxn id="77" idx="1"/>
          </p:cNvCxnSpPr>
          <p:nvPr/>
        </p:nvCxnSpPr>
        <p:spPr>
          <a:xfrm>
            <a:off x="5411089" y="3831533"/>
            <a:ext cx="1933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48154045-7777-B498-3D68-067122C023D5}"/>
              </a:ext>
            </a:extLst>
          </p:cNvPr>
          <p:cNvCxnSpPr>
            <a:stCxn id="77" idx="3"/>
            <a:endCxn id="78" idx="1"/>
          </p:cNvCxnSpPr>
          <p:nvPr/>
        </p:nvCxnSpPr>
        <p:spPr>
          <a:xfrm>
            <a:off x="6486452" y="3831533"/>
            <a:ext cx="17062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808AB145-8512-E69A-401A-49892F370333}"/>
              </a:ext>
            </a:extLst>
          </p:cNvPr>
          <p:cNvCxnSpPr>
            <a:stCxn id="78" idx="3"/>
            <a:endCxn id="41" idx="1"/>
          </p:cNvCxnSpPr>
          <p:nvPr/>
        </p:nvCxnSpPr>
        <p:spPr>
          <a:xfrm>
            <a:off x="7503076" y="3831533"/>
            <a:ext cx="18189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63CB1F65-44B7-ACAA-8DA5-33F046CB18CD}"/>
              </a:ext>
            </a:extLst>
          </p:cNvPr>
          <p:cNvCxnSpPr>
            <a:stCxn id="41" idx="3"/>
            <a:endCxn id="79" idx="1"/>
          </p:cNvCxnSpPr>
          <p:nvPr/>
        </p:nvCxnSpPr>
        <p:spPr>
          <a:xfrm>
            <a:off x="7909165" y="3831533"/>
            <a:ext cx="18727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51BFAF53-491D-F5EA-E7ED-3F1A48D8965B}"/>
              </a:ext>
            </a:extLst>
          </p:cNvPr>
          <p:cNvCxnSpPr>
            <a:stCxn id="79" idx="3"/>
            <a:endCxn id="43" idx="1"/>
          </p:cNvCxnSpPr>
          <p:nvPr/>
        </p:nvCxnSpPr>
        <p:spPr>
          <a:xfrm>
            <a:off x="8943979" y="3831533"/>
            <a:ext cx="19568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02E9C3EB-0EC9-20A0-5624-2FD2E81D1E5B}"/>
              </a:ext>
            </a:extLst>
          </p:cNvPr>
          <p:cNvSpPr/>
          <p:nvPr/>
        </p:nvSpPr>
        <p:spPr>
          <a:xfrm>
            <a:off x="9574021" y="3471533"/>
            <a:ext cx="847544" cy="72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Feed-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7696AD12-7750-132B-88F1-BB44542BC89C}"/>
              </a:ext>
            </a:extLst>
          </p:cNvPr>
          <p:cNvCxnSpPr>
            <a:stCxn id="43" idx="3"/>
            <a:endCxn id="72" idx="1"/>
          </p:cNvCxnSpPr>
          <p:nvPr/>
        </p:nvCxnSpPr>
        <p:spPr>
          <a:xfrm>
            <a:off x="9363860" y="3831533"/>
            <a:ext cx="21016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291CAD46-10B6-97AD-BEEF-3FD47C755BCB}"/>
              </a:ext>
            </a:extLst>
          </p:cNvPr>
          <p:cNvCxnSpPr>
            <a:stCxn id="72" idx="3"/>
            <a:endCxn id="82" idx="1"/>
          </p:cNvCxnSpPr>
          <p:nvPr/>
        </p:nvCxnSpPr>
        <p:spPr>
          <a:xfrm>
            <a:off x="10421565" y="3831533"/>
            <a:ext cx="2655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E6E1DA64-1F83-371F-B852-898F01D66BA0}"/>
              </a:ext>
            </a:extLst>
          </p:cNvPr>
          <p:cNvCxnSpPr>
            <a:endCxn id="80" idx="1"/>
          </p:cNvCxnSpPr>
          <p:nvPr/>
        </p:nvCxnSpPr>
        <p:spPr>
          <a:xfrm flipV="1">
            <a:off x="3713480" y="3831533"/>
            <a:ext cx="397434" cy="22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F3E3F24F-DEE8-A648-9C16-663EE14E5D55}"/>
              </a:ext>
            </a:extLst>
          </p:cNvPr>
          <p:cNvCxnSpPr>
            <a:stCxn id="74" idx="3"/>
            <a:endCxn id="81" idx="1"/>
          </p:cNvCxnSpPr>
          <p:nvPr/>
        </p:nvCxnSpPr>
        <p:spPr>
          <a:xfrm>
            <a:off x="9470851" y="1513902"/>
            <a:ext cx="121631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CECFA38-757B-5F98-FBA3-389D435014FE}"/>
              </a:ext>
            </a:extLst>
          </p:cNvPr>
          <p:cNvSpPr txBox="1"/>
          <p:nvPr/>
        </p:nvSpPr>
        <p:spPr>
          <a:xfrm>
            <a:off x="2577148" y="2124554"/>
            <a:ext cx="1590595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MSA representation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(Ns, Nr, H)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FE288737-2E29-0926-46C3-C2F5D5E3BBC3}"/>
              </a:ext>
            </a:extLst>
          </p:cNvPr>
          <p:cNvSpPr txBox="1"/>
          <p:nvPr/>
        </p:nvSpPr>
        <p:spPr>
          <a:xfrm>
            <a:off x="2577148" y="4568206"/>
            <a:ext cx="1590595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 representation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(Nr, Nr, H)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925858ED-BFE0-DA15-34E5-BDC3852452E0}"/>
              </a:ext>
            </a:extLst>
          </p:cNvPr>
          <p:cNvSpPr txBox="1"/>
          <p:nvPr/>
        </p:nvSpPr>
        <p:spPr>
          <a:xfrm>
            <a:off x="10431867" y="2222149"/>
            <a:ext cx="1590595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MSA representation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(Ns, Nr, H)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7927D6BB-A798-0D8E-0FC2-DBC2ADC579D1}"/>
              </a:ext>
            </a:extLst>
          </p:cNvPr>
          <p:cNvSpPr txBox="1"/>
          <p:nvPr/>
        </p:nvSpPr>
        <p:spPr>
          <a:xfrm>
            <a:off x="10431867" y="4552838"/>
            <a:ext cx="1590595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 representation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(Nr, Nr, H)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C75306DD-285B-A682-D4EE-007B8D771511}"/>
              </a:ext>
            </a:extLst>
          </p:cNvPr>
          <p:cNvSpPr/>
          <p:nvPr/>
        </p:nvSpPr>
        <p:spPr>
          <a:xfrm>
            <a:off x="2499463" y="914400"/>
            <a:ext cx="9533299" cy="425958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C5A68697-955D-E9DB-3629-31ABFAC1E799}"/>
              </a:ext>
            </a:extLst>
          </p:cNvPr>
          <p:cNvSpPr txBox="1"/>
          <p:nvPr/>
        </p:nvSpPr>
        <p:spPr>
          <a:xfrm>
            <a:off x="6586343" y="694570"/>
            <a:ext cx="1098625" cy="369332"/>
          </a:xfrm>
          <a:prstGeom prst="rect">
            <a:avLst/>
          </a:prstGeom>
          <a:solidFill>
            <a:srgbClr val="FFFFFF"/>
          </a:solidFill>
        </p:spPr>
        <p:txBody>
          <a:bodyPr wrap="none" lIns="36000" rIns="36000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Evoformer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14FCE1F-3CD8-5DAF-4E6A-3F5E87968892}"/>
              </a:ext>
            </a:extLst>
          </p:cNvPr>
          <p:cNvSpPr txBox="1"/>
          <p:nvPr/>
        </p:nvSpPr>
        <p:spPr>
          <a:xfrm>
            <a:off x="21368" y="2441425"/>
            <a:ext cx="6912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iter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CF199D0E-41E6-42F0-9F1B-4D06F3BC5CE2}"/>
              </a:ext>
            </a:extLst>
          </p:cNvPr>
          <p:cNvGrpSpPr/>
          <p:nvPr/>
        </p:nvGrpSpPr>
        <p:grpSpPr>
          <a:xfrm>
            <a:off x="641144" y="2649163"/>
            <a:ext cx="1760834" cy="584775"/>
            <a:chOff x="641144" y="2844225"/>
            <a:chExt cx="1760834" cy="584775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BA3905C4-D747-CB07-E17C-4B4C7AB3DBCE}"/>
                </a:ext>
              </a:extLst>
            </p:cNvPr>
            <p:cNvSpPr/>
            <p:nvPr/>
          </p:nvSpPr>
          <p:spPr>
            <a:xfrm>
              <a:off x="641144" y="2855637"/>
              <a:ext cx="1760834" cy="54441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E3353231-5121-230C-6800-B730CBFED7C0}"/>
                </a:ext>
              </a:extLst>
            </p:cNvPr>
            <p:cNvSpPr txBox="1"/>
            <p:nvPr/>
          </p:nvSpPr>
          <p:spPr>
            <a:xfrm>
              <a:off x="785941" y="2944859"/>
              <a:ext cx="8820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48×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3E17A326-54FF-565F-3BA8-EE97C383122B}"/>
                </a:ext>
              </a:extLst>
            </p:cNvPr>
            <p:cNvSpPr txBox="1"/>
            <p:nvPr/>
          </p:nvSpPr>
          <p:spPr>
            <a:xfrm>
              <a:off x="977675" y="2844225"/>
              <a:ext cx="1387364" cy="58477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zh-CN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NoExtra</a:t>
              </a:r>
              <a:endPara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Evoformer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FE2FFD2-0CE9-F6BF-CE04-280234849146}"/>
              </a:ext>
            </a:extLst>
          </p:cNvPr>
          <p:cNvSpPr txBox="1"/>
          <p:nvPr/>
        </p:nvSpPr>
        <p:spPr>
          <a:xfrm>
            <a:off x="521034" y="359753"/>
            <a:ext cx="1991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Protein Sequence</a:t>
            </a:r>
            <a:endParaRPr lang="zh-CN" altLang="en-US" sz="18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6B0AEEF1-BE84-A122-9D60-7E88DC0E321B}"/>
              </a:ext>
            </a:extLst>
          </p:cNvPr>
          <p:cNvCxnSpPr>
            <a:cxnSpLocks/>
          </p:cNvCxnSpPr>
          <p:nvPr/>
        </p:nvCxnSpPr>
        <p:spPr>
          <a:xfrm>
            <a:off x="1514218" y="726704"/>
            <a:ext cx="200" cy="277877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0E04ED4-0D66-6141-822F-2F52E4BB084A}"/>
              </a:ext>
            </a:extLst>
          </p:cNvPr>
          <p:cNvSpPr/>
          <p:nvPr/>
        </p:nvSpPr>
        <p:spPr>
          <a:xfrm>
            <a:off x="641145" y="1826872"/>
            <a:ext cx="1760833" cy="54441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4×ExtraEvoformer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260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67EA2-7AE3-83D6-35FE-ED71B8B94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>
            <a:extLst>
              <a:ext uri="{FF2B5EF4-FFF2-40B4-BE49-F238E27FC236}">
                <a16:creationId xmlns:a16="http://schemas.microsoft.com/office/drawing/2014/main" id="{F0A02FDD-B85A-1BB2-3732-26EAB2CD071B}"/>
              </a:ext>
            </a:extLst>
          </p:cNvPr>
          <p:cNvGrpSpPr/>
          <p:nvPr/>
        </p:nvGrpSpPr>
        <p:grpSpPr>
          <a:xfrm rot="16200000" flipV="1">
            <a:off x="4931437" y="1127787"/>
            <a:ext cx="1980719" cy="3955205"/>
            <a:chOff x="6730819" y="1098597"/>
            <a:chExt cx="2408844" cy="1595064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B198A798-D49E-E57D-AC65-C6B2C4AA1EF2}"/>
                </a:ext>
              </a:extLst>
            </p:cNvPr>
            <p:cNvGrpSpPr/>
            <p:nvPr/>
          </p:nvGrpSpPr>
          <p:grpSpPr>
            <a:xfrm>
              <a:off x="6730819" y="1098597"/>
              <a:ext cx="2408844" cy="1595064"/>
              <a:chOff x="6045436" y="5650860"/>
              <a:chExt cx="1756567" cy="967144"/>
            </a:xfrm>
          </p:grpSpPr>
          <p:sp>
            <p:nvSpPr>
              <p:cNvPr id="48" name="矩形: 圆角 47">
                <a:extLst>
                  <a:ext uri="{FF2B5EF4-FFF2-40B4-BE49-F238E27FC236}">
                    <a16:creationId xmlns:a16="http://schemas.microsoft.com/office/drawing/2014/main" id="{0729F23E-E655-ADDF-6774-7AC98727D2B0}"/>
                  </a:ext>
                </a:extLst>
              </p:cNvPr>
              <p:cNvSpPr/>
              <p:nvPr/>
            </p:nvSpPr>
            <p:spPr>
              <a:xfrm>
                <a:off x="6092306" y="5818398"/>
                <a:ext cx="1631447" cy="647207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7BD13E47-9898-2E84-7FBA-85E8FDC5D610}"/>
                  </a:ext>
                </a:extLst>
              </p:cNvPr>
              <p:cNvSpPr/>
              <p:nvPr/>
            </p:nvSpPr>
            <p:spPr>
              <a:xfrm>
                <a:off x="6045436" y="5650860"/>
                <a:ext cx="1756567" cy="4070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D689073A-98E8-3D51-62DD-5C340EFB3852}"/>
                  </a:ext>
                </a:extLst>
              </p:cNvPr>
              <p:cNvSpPr/>
              <p:nvPr/>
            </p:nvSpPr>
            <p:spPr>
              <a:xfrm>
                <a:off x="6045436" y="5970797"/>
                <a:ext cx="934265" cy="6472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0EB51DD8-0773-0087-2FDE-677665383676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8288534" y="2155965"/>
              <a:ext cx="619" cy="57208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96F550C9-3D34-3D6B-36C4-DEA3F4FF0899}"/>
              </a:ext>
            </a:extLst>
          </p:cNvPr>
          <p:cNvGrpSpPr/>
          <p:nvPr/>
        </p:nvGrpSpPr>
        <p:grpSpPr>
          <a:xfrm>
            <a:off x="6730819" y="878559"/>
            <a:ext cx="2408844" cy="1699541"/>
            <a:chOff x="6730819" y="1098597"/>
            <a:chExt cx="2408844" cy="1595064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05FCD63E-450C-2CB2-A3CE-479D1FF5B228}"/>
                </a:ext>
              </a:extLst>
            </p:cNvPr>
            <p:cNvGrpSpPr/>
            <p:nvPr/>
          </p:nvGrpSpPr>
          <p:grpSpPr>
            <a:xfrm>
              <a:off x="6730819" y="1098597"/>
              <a:ext cx="2408844" cy="1595064"/>
              <a:chOff x="6045436" y="5650860"/>
              <a:chExt cx="1756567" cy="967144"/>
            </a:xfrm>
          </p:grpSpPr>
          <p:sp>
            <p:nvSpPr>
              <p:cNvPr id="33" name="矩形: 圆角 32">
                <a:extLst>
                  <a:ext uri="{FF2B5EF4-FFF2-40B4-BE49-F238E27FC236}">
                    <a16:creationId xmlns:a16="http://schemas.microsoft.com/office/drawing/2014/main" id="{03D80A4A-7986-56F5-AF4E-9A30260A274E}"/>
                  </a:ext>
                </a:extLst>
              </p:cNvPr>
              <p:cNvSpPr/>
              <p:nvPr/>
            </p:nvSpPr>
            <p:spPr>
              <a:xfrm>
                <a:off x="6092306" y="5818398"/>
                <a:ext cx="1631447" cy="647207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EBEEAF72-700C-90A7-F03F-3BF1AA81743C}"/>
                  </a:ext>
                </a:extLst>
              </p:cNvPr>
              <p:cNvSpPr/>
              <p:nvPr/>
            </p:nvSpPr>
            <p:spPr>
              <a:xfrm>
                <a:off x="6045436" y="5650860"/>
                <a:ext cx="1756567" cy="4070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59F80CD5-070D-D9FE-A295-1E81BAAE2D17}"/>
                  </a:ext>
                </a:extLst>
              </p:cNvPr>
              <p:cNvSpPr/>
              <p:nvPr/>
            </p:nvSpPr>
            <p:spPr>
              <a:xfrm>
                <a:off x="6045436" y="5970797"/>
                <a:ext cx="934265" cy="6472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A86B87C9-C927-07FF-C31A-94B11D9695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2800" y="2441698"/>
              <a:ext cx="78163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6D114E5-5314-F5F9-0130-7C6BB512484B}"/>
              </a:ext>
            </a:extLst>
          </p:cNvPr>
          <p:cNvSpPr/>
          <p:nvPr/>
        </p:nvSpPr>
        <p:spPr>
          <a:xfrm>
            <a:off x="641145" y="1004581"/>
            <a:ext cx="1760832" cy="54441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E91D405-DDA0-AB84-7899-6B25E8B8D8F2}"/>
              </a:ext>
            </a:extLst>
          </p:cNvPr>
          <p:cNvSpPr/>
          <p:nvPr/>
        </p:nvSpPr>
        <p:spPr>
          <a:xfrm>
            <a:off x="641144" y="3207017"/>
            <a:ext cx="1760834" cy="45058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8×Structure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6D1BE31-C24C-C2F9-0C5B-FC09E1CF69AC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521561" y="1548995"/>
            <a:ext cx="1" cy="1788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60F247D-E804-DDBA-AE24-60EE5DBAC329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1521561" y="2272226"/>
            <a:ext cx="1" cy="2130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4FE4C4D-B735-348B-ADE7-2F5F316F7C1D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521561" y="3029729"/>
            <a:ext cx="0" cy="1772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A6A4FA8F-3777-CC3A-53FA-961055FE956C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 rot="5400000" flipH="1">
            <a:off x="195051" y="2331091"/>
            <a:ext cx="2653019" cy="12700"/>
          </a:xfrm>
          <a:prstGeom prst="bentConnector5">
            <a:avLst>
              <a:gd name="adj1" fmla="val -3830"/>
              <a:gd name="adj2" fmla="val 8732417"/>
              <a:gd name="adj3" fmla="val 10598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>
            <a:extLst>
              <a:ext uri="{FF2B5EF4-FFF2-40B4-BE49-F238E27FC236}">
                <a16:creationId xmlns:a16="http://schemas.microsoft.com/office/drawing/2014/main" id="{E6B6E1D3-BA6D-347B-89A5-DD4FFEEDB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775" y="3957400"/>
            <a:ext cx="1130621" cy="923821"/>
          </a:xfrm>
          <a:prstGeom prst="rect">
            <a:avLst/>
          </a:prstGeom>
        </p:spPr>
      </p:pic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C511D513-2444-79BE-C664-232C515D74CA}"/>
              </a:ext>
            </a:extLst>
          </p:cNvPr>
          <p:cNvCxnSpPr>
            <a:cxnSpLocks/>
            <a:stCxn id="7" idx="2"/>
            <a:endCxn id="49" idx="0"/>
          </p:cNvCxnSpPr>
          <p:nvPr/>
        </p:nvCxnSpPr>
        <p:spPr>
          <a:xfrm>
            <a:off x="1521561" y="3657600"/>
            <a:ext cx="9525" cy="2998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表格 53">
            <a:extLst>
              <a:ext uri="{FF2B5EF4-FFF2-40B4-BE49-F238E27FC236}">
                <a16:creationId xmlns:a16="http://schemas.microsoft.com/office/drawing/2014/main" id="{3A681962-0BE9-00BB-C17F-337A7CB21E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758504"/>
              </p:ext>
            </p:extLst>
          </p:nvPr>
        </p:nvGraphicFramePr>
        <p:xfrm>
          <a:off x="2832445" y="820062"/>
          <a:ext cx="1080000" cy="900000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6602953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1912906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9274782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11637265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83903183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24033086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59730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0631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65389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72185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9187"/>
                  </a:ext>
                </a:extLst>
              </a:tr>
            </a:tbl>
          </a:graphicData>
        </a:graphic>
      </p:graphicFrame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23BB6595-CAE8-98FE-EB51-568E61EA77A2}"/>
              </a:ext>
            </a:extLst>
          </p:cNvPr>
          <p:cNvSpPr/>
          <p:nvPr/>
        </p:nvSpPr>
        <p:spPr>
          <a:xfrm>
            <a:off x="4862869" y="910062"/>
            <a:ext cx="753247" cy="720000"/>
          </a:xfrm>
          <a:prstGeom prst="roundRect">
            <a:avLst/>
          </a:prstGeom>
          <a:solidFill>
            <a:srgbClr val="E0D4E7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 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5769ACE3-CAC3-0433-6F07-82415A4FFCC5}"/>
              </a:ext>
            </a:extLst>
          </p:cNvPr>
          <p:cNvSpPr/>
          <p:nvPr/>
        </p:nvSpPr>
        <p:spPr>
          <a:xfrm>
            <a:off x="6741118" y="910062"/>
            <a:ext cx="757185" cy="720000"/>
          </a:xfrm>
          <a:prstGeom prst="roundRect">
            <a:avLst/>
          </a:prstGeom>
          <a:solidFill>
            <a:srgbClr val="E0D4E7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 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06CB8424-222C-44EF-C893-54FB6D4981DC}"/>
              </a:ext>
            </a:extLst>
          </p:cNvPr>
          <p:cNvSpPr/>
          <p:nvPr/>
        </p:nvSpPr>
        <p:spPr>
          <a:xfrm>
            <a:off x="6241968" y="1884053"/>
            <a:ext cx="1760832" cy="720000"/>
          </a:xfrm>
          <a:prstGeom prst="roundRect">
            <a:avLst/>
          </a:prstGeom>
          <a:solidFill>
            <a:srgbClr val="F8CECC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Outer 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4B250CAD-06A1-D8DA-8E1D-A7424F71D428}"/>
              </a:ext>
            </a:extLst>
          </p:cNvPr>
          <p:cNvSpPr/>
          <p:nvPr/>
        </p:nvSpPr>
        <p:spPr>
          <a:xfrm>
            <a:off x="8623307" y="910062"/>
            <a:ext cx="847544" cy="72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Feed-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62ED1F5F-C285-390C-985B-F731131A55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789342"/>
              </p:ext>
            </p:extLst>
          </p:nvPr>
        </p:nvGraphicFramePr>
        <p:xfrm>
          <a:off x="2832445" y="2877513"/>
          <a:ext cx="1080000" cy="1080000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6602953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54202911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00548227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68662835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96944208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056654395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59730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37454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6388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88904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14042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36268"/>
                  </a:ext>
                </a:extLst>
              </a:tr>
            </a:tbl>
          </a:graphicData>
        </a:graphic>
      </p:graphicFrame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4AB2E0A7-EA07-2DA9-2693-D4C775168CC6}"/>
              </a:ext>
            </a:extLst>
          </p:cNvPr>
          <p:cNvSpPr/>
          <p:nvPr/>
        </p:nvSpPr>
        <p:spPr>
          <a:xfrm>
            <a:off x="5604420" y="3057513"/>
            <a:ext cx="882032" cy="72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Triangle 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165E339F-A829-DE30-B276-7320536EFC26}"/>
              </a:ext>
            </a:extLst>
          </p:cNvPr>
          <p:cNvSpPr/>
          <p:nvPr/>
        </p:nvSpPr>
        <p:spPr>
          <a:xfrm>
            <a:off x="6657076" y="3057513"/>
            <a:ext cx="846000" cy="720000"/>
          </a:xfrm>
          <a:prstGeom prst="roundRect">
            <a:avLst/>
          </a:prstGeom>
          <a:solidFill>
            <a:srgbClr val="E0D4E7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Triangle 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76665AD5-AAAC-8A3B-A1DF-FA812DC3E4B6}"/>
              </a:ext>
            </a:extLst>
          </p:cNvPr>
          <p:cNvSpPr/>
          <p:nvPr/>
        </p:nvSpPr>
        <p:spPr>
          <a:xfrm>
            <a:off x="8096436" y="3057513"/>
            <a:ext cx="847543" cy="720000"/>
          </a:xfrm>
          <a:prstGeom prst="roundRect">
            <a:avLst/>
          </a:prstGeom>
          <a:solidFill>
            <a:srgbClr val="E0D4E7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Triangle 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F456E3F3-AFBE-EF13-3A3D-8BC7468B1051}"/>
              </a:ext>
            </a:extLst>
          </p:cNvPr>
          <p:cNvSpPr/>
          <p:nvPr/>
        </p:nvSpPr>
        <p:spPr>
          <a:xfrm>
            <a:off x="4110914" y="3057513"/>
            <a:ext cx="882000" cy="72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Triangle 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1" name="表格 80">
            <a:extLst>
              <a:ext uri="{FF2B5EF4-FFF2-40B4-BE49-F238E27FC236}">
                <a16:creationId xmlns:a16="http://schemas.microsoft.com/office/drawing/2014/main" id="{E4B9E4F0-76C8-44E8-A288-2725EC944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564660"/>
              </p:ext>
            </p:extLst>
          </p:nvPr>
        </p:nvGraphicFramePr>
        <p:xfrm>
          <a:off x="10687164" y="820062"/>
          <a:ext cx="1080000" cy="900000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6602953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70477163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12068578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68977163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52933632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918543186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59730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47974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71138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28215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997437"/>
                  </a:ext>
                </a:extLst>
              </a:tr>
            </a:tbl>
          </a:graphicData>
        </a:graphic>
      </p:graphicFrame>
      <p:graphicFrame>
        <p:nvGraphicFramePr>
          <p:cNvPr id="82" name="表格 81">
            <a:extLst>
              <a:ext uri="{FF2B5EF4-FFF2-40B4-BE49-F238E27FC236}">
                <a16:creationId xmlns:a16="http://schemas.microsoft.com/office/drawing/2014/main" id="{04321E70-BF09-AC7D-5E96-E2FCE50C5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082797"/>
              </p:ext>
            </p:extLst>
          </p:nvPr>
        </p:nvGraphicFramePr>
        <p:xfrm>
          <a:off x="10687164" y="2877513"/>
          <a:ext cx="1080000" cy="1080000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6602953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7578515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64247002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16705987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85850392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6489537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59730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5999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69892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7156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8467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627937"/>
                  </a:ext>
                </a:extLst>
              </a:tr>
            </a:tbl>
          </a:graphicData>
        </a:graphic>
      </p:graphicFrame>
      <p:sp>
        <p:nvSpPr>
          <p:cNvPr id="2" name="矩形: 圆角 1">
            <a:extLst>
              <a:ext uri="{FF2B5EF4-FFF2-40B4-BE49-F238E27FC236}">
                <a16:creationId xmlns:a16="http://schemas.microsoft.com/office/drawing/2014/main" id="{9FFA0177-39C3-37A7-BBAB-4C105B7424B5}"/>
              </a:ext>
            </a:extLst>
          </p:cNvPr>
          <p:cNvSpPr/>
          <p:nvPr/>
        </p:nvSpPr>
        <p:spPr>
          <a:xfrm>
            <a:off x="7949204" y="910062"/>
            <a:ext cx="223200" cy="72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C49A916-EAB4-76A5-47E9-34D7C3706F14}"/>
              </a:ext>
            </a:extLst>
          </p:cNvPr>
          <p:cNvSpPr/>
          <p:nvPr/>
        </p:nvSpPr>
        <p:spPr>
          <a:xfrm>
            <a:off x="6067017" y="910062"/>
            <a:ext cx="223200" cy="72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BDCB42F-4964-3707-0966-F17DCB4896CA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3912445" y="1270062"/>
            <a:ext cx="95042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E0314DD-DA64-3E1F-5E67-D01FC8ED2777}"/>
              </a:ext>
            </a:extLst>
          </p:cNvPr>
          <p:cNvCxnSpPr>
            <a:cxnSpLocks/>
            <a:stCxn id="55" idx="3"/>
            <a:endCxn id="3" idx="1"/>
          </p:cNvCxnSpPr>
          <p:nvPr/>
        </p:nvCxnSpPr>
        <p:spPr>
          <a:xfrm>
            <a:off x="5616116" y="1270062"/>
            <a:ext cx="45090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2F16A17-5853-8EAD-2A5C-AE6DFA527A2A}"/>
              </a:ext>
            </a:extLst>
          </p:cNvPr>
          <p:cNvCxnSpPr>
            <a:cxnSpLocks/>
            <a:stCxn id="3" idx="3"/>
            <a:endCxn id="56" idx="1"/>
          </p:cNvCxnSpPr>
          <p:nvPr/>
        </p:nvCxnSpPr>
        <p:spPr>
          <a:xfrm>
            <a:off x="6290217" y="1270062"/>
            <a:ext cx="45090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0F4379A-ECC2-9049-8C37-9A9C30BDF4FC}"/>
              </a:ext>
            </a:extLst>
          </p:cNvPr>
          <p:cNvCxnSpPr>
            <a:cxnSpLocks/>
            <a:stCxn id="56" idx="3"/>
            <a:endCxn id="2" idx="1"/>
          </p:cNvCxnSpPr>
          <p:nvPr/>
        </p:nvCxnSpPr>
        <p:spPr>
          <a:xfrm>
            <a:off x="7498303" y="1270062"/>
            <a:ext cx="45090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ACAAAD0-629A-273A-C1FF-3289DB39A280}"/>
              </a:ext>
            </a:extLst>
          </p:cNvPr>
          <p:cNvCxnSpPr>
            <a:cxnSpLocks/>
            <a:stCxn id="2" idx="3"/>
            <a:endCxn id="74" idx="1"/>
          </p:cNvCxnSpPr>
          <p:nvPr/>
        </p:nvCxnSpPr>
        <p:spPr>
          <a:xfrm>
            <a:off x="8172404" y="1270062"/>
            <a:ext cx="4509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075DB053-37B7-574A-E5F7-C6CFFDCF25FA}"/>
              </a:ext>
            </a:extLst>
          </p:cNvPr>
          <p:cNvSpPr/>
          <p:nvPr/>
        </p:nvSpPr>
        <p:spPr>
          <a:xfrm>
            <a:off x="5190480" y="3057513"/>
            <a:ext cx="220609" cy="7200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T’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947F4EF9-2281-5ED8-497D-A346DA3D4509}"/>
              </a:ext>
            </a:extLst>
          </p:cNvPr>
          <p:cNvSpPr/>
          <p:nvPr/>
        </p:nvSpPr>
        <p:spPr>
          <a:xfrm>
            <a:off x="7684968" y="3057513"/>
            <a:ext cx="224197" cy="72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08BE61D9-9B3B-8736-6E24-F001D0718F25}"/>
              </a:ext>
            </a:extLst>
          </p:cNvPr>
          <p:cNvSpPr/>
          <p:nvPr/>
        </p:nvSpPr>
        <p:spPr>
          <a:xfrm>
            <a:off x="9139662" y="3057513"/>
            <a:ext cx="224198" cy="72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291910D8-9B74-FFE9-DDD8-185128D9B093}"/>
              </a:ext>
            </a:extLst>
          </p:cNvPr>
          <p:cNvCxnSpPr>
            <a:cxnSpLocks/>
            <a:stCxn id="80" idx="3"/>
            <a:endCxn id="40" idx="1"/>
          </p:cNvCxnSpPr>
          <p:nvPr/>
        </p:nvCxnSpPr>
        <p:spPr>
          <a:xfrm>
            <a:off x="4992914" y="3417513"/>
            <a:ext cx="19756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5F8D4E49-251B-8563-1074-7468A4253349}"/>
              </a:ext>
            </a:extLst>
          </p:cNvPr>
          <p:cNvCxnSpPr>
            <a:cxnSpLocks/>
            <a:stCxn id="40" idx="3"/>
            <a:endCxn id="77" idx="1"/>
          </p:cNvCxnSpPr>
          <p:nvPr/>
        </p:nvCxnSpPr>
        <p:spPr>
          <a:xfrm>
            <a:off x="5411089" y="3417513"/>
            <a:ext cx="1933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1D6C50C3-DC54-9343-6D4D-F98769F1FA33}"/>
              </a:ext>
            </a:extLst>
          </p:cNvPr>
          <p:cNvCxnSpPr>
            <a:stCxn id="77" idx="3"/>
            <a:endCxn id="78" idx="1"/>
          </p:cNvCxnSpPr>
          <p:nvPr/>
        </p:nvCxnSpPr>
        <p:spPr>
          <a:xfrm>
            <a:off x="6486452" y="3417513"/>
            <a:ext cx="17062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51B9BAAD-CA1F-9FF8-6F32-3FB2CD7FD388}"/>
              </a:ext>
            </a:extLst>
          </p:cNvPr>
          <p:cNvCxnSpPr>
            <a:stCxn id="78" idx="3"/>
            <a:endCxn id="41" idx="1"/>
          </p:cNvCxnSpPr>
          <p:nvPr/>
        </p:nvCxnSpPr>
        <p:spPr>
          <a:xfrm>
            <a:off x="7503076" y="3417513"/>
            <a:ext cx="18189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5ADF91C7-195C-9899-CF49-38A0F130AD0F}"/>
              </a:ext>
            </a:extLst>
          </p:cNvPr>
          <p:cNvCxnSpPr>
            <a:stCxn id="41" idx="3"/>
            <a:endCxn id="79" idx="1"/>
          </p:cNvCxnSpPr>
          <p:nvPr/>
        </p:nvCxnSpPr>
        <p:spPr>
          <a:xfrm>
            <a:off x="7909165" y="3417513"/>
            <a:ext cx="18727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21DB7427-03EE-5C10-D4BF-8196CA068A13}"/>
              </a:ext>
            </a:extLst>
          </p:cNvPr>
          <p:cNvCxnSpPr>
            <a:stCxn id="79" idx="3"/>
            <a:endCxn id="43" idx="1"/>
          </p:cNvCxnSpPr>
          <p:nvPr/>
        </p:nvCxnSpPr>
        <p:spPr>
          <a:xfrm>
            <a:off x="8943979" y="3417513"/>
            <a:ext cx="19568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3539BA9A-E068-0C65-DD06-FABB37F8092B}"/>
              </a:ext>
            </a:extLst>
          </p:cNvPr>
          <p:cNvSpPr/>
          <p:nvPr/>
        </p:nvSpPr>
        <p:spPr>
          <a:xfrm>
            <a:off x="9574021" y="3057513"/>
            <a:ext cx="847544" cy="72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Feed-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EE825591-D902-E27C-082E-418679F07C0C}"/>
              </a:ext>
            </a:extLst>
          </p:cNvPr>
          <p:cNvCxnSpPr>
            <a:stCxn id="43" idx="3"/>
            <a:endCxn id="72" idx="1"/>
          </p:cNvCxnSpPr>
          <p:nvPr/>
        </p:nvCxnSpPr>
        <p:spPr>
          <a:xfrm>
            <a:off x="9363860" y="3417513"/>
            <a:ext cx="21016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2DCDDDCB-A32B-0F05-D805-34D0E6C1E3C0}"/>
              </a:ext>
            </a:extLst>
          </p:cNvPr>
          <p:cNvCxnSpPr>
            <a:stCxn id="72" idx="3"/>
            <a:endCxn id="82" idx="1"/>
          </p:cNvCxnSpPr>
          <p:nvPr/>
        </p:nvCxnSpPr>
        <p:spPr>
          <a:xfrm>
            <a:off x="10421565" y="3417513"/>
            <a:ext cx="2655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E6BA4576-F654-760B-5BAA-41A1F897D4B9}"/>
              </a:ext>
            </a:extLst>
          </p:cNvPr>
          <p:cNvCxnSpPr>
            <a:endCxn id="80" idx="1"/>
          </p:cNvCxnSpPr>
          <p:nvPr/>
        </p:nvCxnSpPr>
        <p:spPr>
          <a:xfrm flipV="1">
            <a:off x="3713480" y="3417513"/>
            <a:ext cx="397434" cy="22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CB6C6573-A3B5-27C8-7B3B-5B67D144E6DD}"/>
              </a:ext>
            </a:extLst>
          </p:cNvPr>
          <p:cNvCxnSpPr>
            <a:stCxn id="74" idx="3"/>
            <a:endCxn id="81" idx="1"/>
          </p:cNvCxnSpPr>
          <p:nvPr/>
        </p:nvCxnSpPr>
        <p:spPr>
          <a:xfrm>
            <a:off x="9470851" y="1270062"/>
            <a:ext cx="121631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C4E43FC9-DBCA-EB92-0D0D-E8141AE3E0CB}"/>
              </a:ext>
            </a:extLst>
          </p:cNvPr>
          <p:cNvSpPr txBox="1"/>
          <p:nvPr/>
        </p:nvSpPr>
        <p:spPr>
          <a:xfrm>
            <a:off x="2577148" y="1880714"/>
            <a:ext cx="1590595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MSA representation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(Ns, Nr, H)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770FA37-F0F1-0210-306F-C43063DFE0AC}"/>
              </a:ext>
            </a:extLst>
          </p:cNvPr>
          <p:cNvSpPr txBox="1"/>
          <p:nvPr/>
        </p:nvSpPr>
        <p:spPr>
          <a:xfrm>
            <a:off x="2577148" y="4154186"/>
            <a:ext cx="1590595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 representation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(Nr, Nr, H)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DCC36BCF-C83B-ADCD-C886-102AC68190EC}"/>
              </a:ext>
            </a:extLst>
          </p:cNvPr>
          <p:cNvSpPr txBox="1"/>
          <p:nvPr/>
        </p:nvSpPr>
        <p:spPr>
          <a:xfrm>
            <a:off x="10431867" y="1978309"/>
            <a:ext cx="1590595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MSA representation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(Ns, Nr, H)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B79EC963-962D-1728-FF47-BE3FB6A91E57}"/>
              </a:ext>
            </a:extLst>
          </p:cNvPr>
          <p:cNvSpPr txBox="1"/>
          <p:nvPr/>
        </p:nvSpPr>
        <p:spPr>
          <a:xfrm>
            <a:off x="10431867" y="4138818"/>
            <a:ext cx="1590595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 representation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(Nr, Nr, H)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AC5F2061-483C-4990-9360-7B3F1F9E2BA5}"/>
              </a:ext>
            </a:extLst>
          </p:cNvPr>
          <p:cNvSpPr/>
          <p:nvPr/>
        </p:nvSpPr>
        <p:spPr>
          <a:xfrm>
            <a:off x="2499463" y="670560"/>
            <a:ext cx="9533299" cy="405384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D13CBC22-A1E6-6DE9-6CB8-AD944D5DDE54}"/>
              </a:ext>
            </a:extLst>
          </p:cNvPr>
          <p:cNvSpPr txBox="1"/>
          <p:nvPr/>
        </p:nvSpPr>
        <p:spPr>
          <a:xfrm>
            <a:off x="6586343" y="450730"/>
            <a:ext cx="1098625" cy="369332"/>
          </a:xfrm>
          <a:prstGeom prst="rect">
            <a:avLst/>
          </a:prstGeom>
          <a:solidFill>
            <a:srgbClr val="FFFFFF"/>
          </a:solidFill>
        </p:spPr>
        <p:txBody>
          <a:bodyPr wrap="none" lIns="36000" rIns="36000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Evoformer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C8789BF3-1D09-0B0B-1921-E1AC3EAD6CCD}"/>
              </a:ext>
            </a:extLst>
          </p:cNvPr>
          <p:cNvSpPr txBox="1"/>
          <p:nvPr/>
        </p:nvSpPr>
        <p:spPr>
          <a:xfrm>
            <a:off x="21368" y="2235685"/>
            <a:ext cx="6912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iter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74D58B99-F2A9-00EB-355F-309DA08B20DF}"/>
              </a:ext>
            </a:extLst>
          </p:cNvPr>
          <p:cNvGrpSpPr/>
          <p:nvPr/>
        </p:nvGrpSpPr>
        <p:grpSpPr>
          <a:xfrm>
            <a:off x="641144" y="2473903"/>
            <a:ext cx="1760834" cy="584775"/>
            <a:chOff x="641144" y="2844225"/>
            <a:chExt cx="1760834" cy="584775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30A2B9CF-BF31-BE49-0336-3A7BFB15702D}"/>
                </a:ext>
              </a:extLst>
            </p:cNvPr>
            <p:cNvSpPr/>
            <p:nvPr/>
          </p:nvSpPr>
          <p:spPr>
            <a:xfrm>
              <a:off x="641144" y="2855637"/>
              <a:ext cx="1760834" cy="54441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5EEFA2FA-83A8-19B8-8E12-E714E0645A2C}"/>
                </a:ext>
              </a:extLst>
            </p:cNvPr>
            <p:cNvSpPr txBox="1"/>
            <p:nvPr/>
          </p:nvSpPr>
          <p:spPr>
            <a:xfrm>
              <a:off x="785941" y="2944859"/>
              <a:ext cx="8820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48×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B4C77C9C-61A0-A4F4-AC7F-8B25E5342BF3}"/>
                </a:ext>
              </a:extLst>
            </p:cNvPr>
            <p:cNvSpPr txBox="1"/>
            <p:nvPr/>
          </p:nvSpPr>
          <p:spPr>
            <a:xfrm>
              <a:off x="977675" y="2844225"/>
              <a:ext cx="1387364" cy="58477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zh-CN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NoExtra</a:t>
              </a:r>
              <a:endPara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Evoformer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8" name="文本框 117">
            <a:extLst>
              <a:ext uri="{FF2B5EF4-FFF2-40B4-BE49-F238E27FC236}">
                <a16:creationId xmlns:a16="http://schemas.microsoft.com/office/drawing/2014/main" id="{6020CC0E-7E88-7F98-07FC-D1D4F5A96ABD}"/>
              </a:ext>
            </a:extLst>
          </p:cNvPr>
          <p:cNvSpPr txBox="1"/>
          <p:nvPr/>
        </p:nvSpPr>
        <p:spPr>
          <a:xfrm>
            <a:off x="521034" y="404203"/>
            <a:ext cx="1991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Protein Sequence</a:t>
            </a:r>
            <a:endParaRPr lang="zh-CN" altLang="en-US" sz="18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E52B1C52-4DAF-B058-08C0-51436E1F564C}"/>
              </a:ext>
            </a:extLst>
          </p:cNvPr>
          <p:cNvCxnSpPr>
            <a:cxnSpLocks/>
          </p:cNvCxnSpPr>
          <p:nvPr/>
        </p:nvCxnSpPr>
        <p:spPr>
          <a:xfrm>
            <a:off x="1514218" y="726704"/>
            <a:ext cx="200" cy="277877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E11310C-75AD-49BA-4AD7-B62D66ED4AD6}"/>
              </a:ext>
            </a:extLst>
          </p:cNvPr>
          <p:cNvSpPr/>
          <p:nvPr/>
        </p:nvSpPr>
        <p:spPr>
          <a:xfrm>
            <a:off x="641145" y="1727812"/>
            <a:ext cx="1760833" cy="54441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4×ExtraEvoformer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358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4692</TotalTime>
  <Words>152</Words>
  <Application>Microsoft Office PowerPoint</Application>
  <PresentationFormat>宽屏</PresentationFormat>
  <Paragraphs>80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miko kiri</dc:creator>
  <cp:lastModifiedBy>miko kiri</cp:lastModifiedBy>
  <cp:revision>42</cp:revision>
  <dcterms:created xsi:type="dcterms:W3CDTF">2025-08-28T01:20:29Z</dcterms:created>
  <dcterms:modified xsi:type="dcterms:W3CDTF">2026-03-08T15:23:06Z</dcterms:modified>
</cp:coreProperties>
</file>