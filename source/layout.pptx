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1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D61C01-E3A1-C4EA-E4D0-636E626BC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C1778E1-6860-B4D9-060E-208AE6403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74D476-9D07-5DAC-EC3B-0340CEAEF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8CC5C9-DE49-7C61-6994-050A1B99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7E1CBC-0102-DD52-E362-D5D457A7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3320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E5C7E0-C70F-1B7E-D3C9-F5D605D84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77E7AB4-9490-1ABD-A11E-277BE0FCB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162B8C-9FF7-2FF7-95AD-0EBC0CACD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31CA0C-7C14-547C-0C8C-FE6309DFD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00FEDA-17D1-AA45-2318-56032775F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343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EF42C-5703-8C2A-0381-C492814E7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4E7E40-9373-D619-D100-AF3B4AF36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773905-46DF-ABF5-09DB-626AC0554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9C9588-FDF8-F621-372A-A6D2C9243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1702C4-66C8-4517-47E8-DF5571A0C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3559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D36249-13E1-B66A-C43F-A0BF7D422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CDAD15-14A4-4557-EE66-4B4793DA41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103E059-9DCE-D4E1-383B-349DCF3047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6BF9EC-F14F-7E75-FC83-908E8F95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740AE9-0BC6-B659-53A7-0578E0E63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FAA348-D7A8-835F-3EC8-CE497022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03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D71CA9-0483-CA5A-D6E2-831DF6B1D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2C7B01-7C8A-9806-0491-0D32FCFE2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68F1F2-CC80-1178-F2B5-158AFF0F0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7159EB-6A02-2826-99D3-CCF5FB8E3F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0719BE-D541-EE0A-7866-ACEF51C69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854A68-E856-21DD-8E2B-6610F89AF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0D17E65-E83A-ABB0-469C-7C78C668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06B8A6A-F672-5683-C036-1A62ACEC2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533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A56DDE-7EB6-9FF9-66FC-B4479DD1C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69BD116-C468-C3D9-DC88-3B963BBA4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5D4CB2-EBB6-A35D-E87C-0EB1BF0E5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5E5A40-0B14-E62F-E269-EB28FCCDD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6857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A05F9EF-D5BC-1414-A2FB-D9F95D2C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B98BACD-15FB-8997-5E4F-5AA5C2A2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1CCA46-3E36-8023-1553-304ACDE7D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6078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60E46F-9920-C512-E722-4C5B712D3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55B95A-6B04-E2C8-6AA5-600E2A390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432963-9296-7007-B355-65B3E7BD3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F55512-B53F-721B-5DA3-35A201BA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139C7E-38A1-5558-3ED5-A4EBBEF93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446C72-80F1-FBBB-AA59-489B23EF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699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BB790-96BE-9870-0C7A-1CA35B8F6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5AA8FC1-B30D-1CBD-94FF-7C51D97DF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DEDAE7E-7323-D3CA-87E5-6E8BB16D2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2BB6F5-ADD6-8753-A828-1229B4621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2CE4FB9-4AB4-E63D-DC59-6E0849B4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A9FD74-908E-A2EC-193F-68A70E4AA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8571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1F9D10-02C5-EC7B-D54D-955199FA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90E198-22EC-2049-4021-F6C9F4ADA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19896A-ACEC-480B-015C-BB3F9451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A9CD04-8FD7-DD4E-A7A4-EF7B9ABA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971A4D-E29F-C2EF-2A56-6A45F9FD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1278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95ADF0D-4319-881D-1FDE-8FC574D5EC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FF5A6E8-0B07-98DC-1D72-99C303FE6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5DD87B-35A4-8A11-7021-79C8863C5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6339AF-E175-226A-007C-1FD4FAD36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8B48D4-553E-8538-6004-E97C1AB7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72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9CE923A-17A7-1519-7AA8-B16E3004F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640DE1-D2FE-41F6-6A6C-851452456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6915B4-9DE3-A934-697D-8F57DB2B58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7E52F-525B-4E79-BB2A-CC4327EEE1A6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536019-AE15-5D42-49BC-E4FE916950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22D156-2F2E-01D2-F752-C093A8C8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960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1D16A38-B6BA-F1F1-1899-02453F413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742695"/>
              </p:ext>
            </p:extLst>
          </p:nvPr>
        </p:nvGraphicFramePr>
        <p:xfrm>
          <a:off x="2032000" y="443436"/>
          <a:ext cx="1440000" cy="145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</a:rPr>
                        <a:t>u2</a:t>
                      </a:r>
                      <a:endParaRPr lang="zh-CN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D954C5B-266A-92AF-59DD-263B49927C30}"/>
              </a:ext>
            </a:extLst>
          </p:cNvPr>
          <p:cNvSpPr txBox="1"/>
          <p:nvPr/>
        </p:nvSpPr>
        <p:spPr>
          <a:xfrm>
            <a:off x="2057399" y="44813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4C7104-B8AB-7FC1-2BA2-28AE71B0615E}"/>
              </a:ext>
            </a:extLst>
          </p:cNvPr>
          <p:cNvSpPr txBox="1"/>
          <p:nvPr/>
        </p:nvSpPr>
        <p:spPr>
          <a:xfrm>
            <a:off x="2235993" y="44575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8816A69-90FD-E20A-D9E1-22924B2DF794}"/>
              </a:ext>
            </a:extLst>
          </p:cNvPr>
          <p:cNvSpPr txBox="1"/>
          <p:nvPr/>
        </p:nvSpPr>
        <p:spPr>
          <a:xfrm>
            <a:off x="2057399" y="633871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6A525D-A94A-7B71-5A78-A01849BCFE94}"/>
              </a:ext>
            </a:extLst>
          </p:cNvPr>
          <p:cNvSpPr txBox="1"/>
          <p:nvPr/>
        </p:nvSpPr>
        <p:spPr>
          <a:xfrm>
            <a:off x="2235993" y="631490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BC0087-F03D-BEBB-547F-315B05335684}"/>
              </a:ext>
            </a:extLst>
          </p:cNvPr>
          <p:cNvSpPr txBox="1"/>
          <p:nvPr/>
        </p:nvSpPr>
        <p:spPr>
          <a:xfrm>
            <a:off x="2059780" y="814846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B4FD73-64FB-F10B-909C-EED6060D5943}"/>
              </a:ext>
            </a:extLst>
          </p:cNvPr>
          <p:cNvSpPr txBox="1"/>
          <p:nvPr/>
        </p:nvSpPr>
        <p:spPr>
          <a:xfrm>
            <a:off x="2238374" y="812465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D929C5D-5A22-E1C4-3325-1F252A72C083}"/>
              </a:ext>
            </a:extLst>
          </p:cNvPr>
          <p:cNvSpPr txBox="1"/>
          <p:nvPr/>
        </p:nvSpPr>
        <p:spPr>
          <a:xfrm>
            <a:off x="2059780" y="100058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26B9367-94F9-543A-AF74-9DADE64BF36F}"/>
              </a:ext>
            </a:extLst>
          </p:cNvPr>
          <p:cNvSpPr txBox="1"/>
          <p:nvPr/>
        </p:nvSpPr>
        <p:spPr>
          <a:xfrm>
            <a:off x="2238374" y="99820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414E66F-7C10-0EA2-81B9-EA181CB28C41}"/>
              </a:ext>
            </a:extLst>
          </p:cNvPr>
          <p:cNvGrpSpPr/>
          <p:nvPr/>
        </p:nvGrpSpPr>
        <p:grpSpPr>
          <a:xfrm>
            <a:off x="1752103" y="426240"/>
            <a:ext cx="200522" cy="742950"/>
            <a:chOff x="1752103" y="702470"/>
            <a:chExt cx="200522" cy="742950"/>
          </a:xfrm>
        </p:grpSpPr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F540780-7076-CCA3-5358-5B3E9D367554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EBCC67C-84C9-921B-CC90-28F942C2F622}"/>
                </a:ext>
              </a:extLst>
            </p:cNvPr>
            <p:cNvSpPr txBox="1"/>
            <p:nvPr/>
          </p:nvSpPr>
          <p:spPr>
            <a:xfrm>
              <a:off x="1752103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VL_reduce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3BBBC29-5895-4F73-3A57-A7BCF1C84A63}"/>
              </a:ext>
            </a:extLst>
          </p:cNvPr>
          <p:cNvCxnSpPr>
            <a:cxnSpLocks/>
          </p:cNvCxnSpPr>
          <p:nvPr/>
        </p:nvCxnSpPr>
        <p:spPr>
          <a:xfrm>
            <a:off x="1688306" y="443436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5980F70-35CA-3719-D7DF-DB073E88B7F7}"/>
              </a:ext>
            </a:extLst>
          </p:cNvPr>
          <p:cNvSpPr txBox="1"/>
          <p:nvPr/>
        </p:nvSpPr>
        <p:spPr>
          <a:xfrm>
            <a:off x="1509215" y="791961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F87803C-014A-19AF-56AE-6E1865520B4B}"/>
              </a:ext>
            </a:extLst>
          </p:cNvPr>
          <p:cNvCxnSpPr>
            <a:cxnSpLocks/>
          </p:cNvCxnSpPr>
          <p:nvPr/>
        </p:nvCxnSpPr>
        <p:spPr>
          <a:xfrm rot="5400000">
            <a:off x="2204062" y="198780"/>
            <a:ext cx="0" cy="36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1E981992-B1CF-97F5-9B13-22DDB338FD10}"/>
              </a:ext>
            </a:extLst>
          </p:cNvPr>
          <p:cNvSpPr txBox="1"/>
          <p:nvPr/>
        </p:nvSpPr>
        <p:spPr>
          <a:xfrm>
            <a:off x="2007394" y="163508"/>
            <a:ext cx="383381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55C0008A-8941-1A00-DF4B-7F6DD3F648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83927"/>
              </p:ext>
            </p:extLst>
          </p:nvPr>
        </p:nvGraphicFramePr>
        <p:xfrm>
          <a:off x="4452303" y="459638"/>
          <a:ext cx="1440000" cy="144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algn="ctr"/>
                      <a:r>
                        <a:rPr lang="en-US" altLang="zh-CN" sz="1100" b="1" dirty="0"/>
                        <a:t>v2</a:t>
                      </a:r>
                      <a:endParaRPr lang="zh-CN" altLang="en-US" sz="1100" b="1" dirty="0"/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grpSp>
        <p:nvGrpSpPr>
          <p:cNvPr id="28" name="组合 27">
            <a:extLst>
              <a:ext uri="{FF2B5EF4-FFF2-40B4-BE49-F238E27FC236}">
                <a16:creationId xmlns:a16="http://schemas.microsoft.com/office/drawing/2014/main" id="{4BBFA9FE-A118-12F7-BA8E-EA22E0260378}"/>
              </a:ext>
            </a:extLst>
          </p:cNvPr>
          <p:cNvGrpSpPr/>
          <p:nvPr/>
        </p:nvGrpSpPr>
        <p:grpSpPr>
          <a:xfrm rot="16200000">
            <a:off x="4075275" y="541659"/>
            <a:ext cx="383381" cy="215272"/>
            <a:chOff x="1607344" y="2735263"/>
            <a:chExt cx="383381" cy="215272"/>
          </a:xfrm>
        </p:grpSpPr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E81FD264-E042-BB77-433A-39930E5BC2B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804012" y="2770535"/>
              <a:ext cx="0" cy="36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AC45FDE2-D2B7-727B-713F-BFB4737DE942}"/>
                </a:ext>
              </a:extLst>
            </p:cNvPr>
            <p:cNvSpPr txBox="1"/>
            <p:nvPr/>
          </p:nvSpPr>
          <p:spPr>
            <a:xfrm>
              <a:off x="1607344" y="2735263"/>
              <a:ext cx="383381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way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F3CF71C1-221F-7D1B-91DA-73778BBA251C}"/>
              </a:ext>
            </a:extLst>
          </p:cNvPr>
          <p:cNvGrpSpPr/>
          <p:nvPr/>
        </p:nvGrpSpPr>
        <p:grpSpPr>
          <a:xfrm rot="5400000">
            <a:off x="4720093" y="-71909"/>
            <a:ext cx="200523" cy="742950"/>
            <a:chOff x="1752102" y="702470"/>
            <a:chExt cx="200523" cy="742950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7222D54D-1BEE-FC86-CA32-5390683D4810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0238C87-BB50-EE7D-7655-11F6EE255346}"/>
                </a:ext>
              </a:extLst>
            </p:cNvPr>
            <p:cNvSpPr txBox="1"/>
            <p:nvPr/>
          </p:nvSpPr>
          <p:spPr>
            <a:xfrm>
              <a:off x="1752102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VL_reduce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EE60F6C-4970-E2E6-D799-A04F90621451}"/>
              </a:ext>
            </a:extLst>
          </p:cNvPr>
          <p:cNvCxnSpPr>
            <a:cxnSpLocks/>
          </p:cNvCxnSpPr>
          <p:nvPr/>
        </p:nvCxnSpPr>
        <p:spPr>
          <a:xfrm>
            <a:off x="4122896" y="469159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24F4FCC2-8BE7-0626-E410-E069337A809D}"/>
              </a:ext>
            </a:extLst>
          </p:cNvPr>
          <p:cNvSpPr txBox="1"/>
          <p:nvPr/>
        </p:nvSpPr>
        <p:spPr>
          <a:xfrm>
            <a:off x="3943805" y="817684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BAA573C6-3049-50D1-4669-B84BFCB54AB6}"/>
              </a:ext>
            </a:extLst>
          </p:cNvPr>
          <p:cNvGrpSpPr/>
          <p:nvPr/>
        </p:nvGrpSpPr>
        <p:grpSpPr>
          <a:xfrm rot="16200000">
            <a:off x="4635951" y="308458"/>
            <a:ext cx="350253" cy="678656"/>
            <a:chOff x="4087311" y="2378241"/>
            <a:chExt cx="350253" cy="678656"/>
          </a:xfrm>
        </p:grpSpPr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DD38CF1-7479-8E8C-460F-A07B1F78E145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F684D31-DC97-71C9-ED6E-97C98E8D8E1A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AE834F5C-DD4C-7C26-2D76-1ECBB5D6E578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4B6A167F-A14E-BB27-A533-510189AD2411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AA36CBFC-8C0A-54F8-D1A4-2FFB1D08FECC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D092EE75-6CAB-1B4A-FEC4-4A6D4936009E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567CFA48-7EBD-6FE6-D520-8B504EB9D38C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5723ECB5-C8BF-6BA3-145E-D3AB070A0570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矩形 47">
            <a:extLst>
              <a:ext uri="{FF2B5EF4-FFF2-40B4-BE49-F238E27FC236}">
                <a16:creationId xmlns:a16="http://schemas.microsoft.com/office/drawing/2014/main" id="{884C4CB2-F4CF-7663-9834-5156D1AAE762}"/>
              </a:ext>
            </a:extLst>
          </p:cNvPr>
          <p:cNvSpPr/>
          <p:nvPr/>
        </p:nvSpPr>
        <p:spPr>
          <a:xfrm>
            <a:off x="2028825" y="447675"/>
            <a:ext cx="1443038" cy="723900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CE82367-073D-54A6-E49A-10870AECB269}"/>
              </a:ext>
            </a:extLst>
          </p:cNvPr>
          <p:cNvSpPr/>
          <p:nvPr/>
        </p:nvSpPr>
        <p:spPr>
          <a:xfrm>
            <a:off x="4458653" y="463867"/>
            <a:ext cx="714375" cy="143827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D6E7377-2EE1-CA4E-32D2-3ECA517961A0}"/>
              </a:ext>
            </a:extLst>
          </p:cNvPr>
          <p:cNvSpPr txBox="1"/>
          <p:nvPr/>
        </p:nvSpPr>
        <p:spPr>
          <a:xfrm>
            <a:off x="2069422" y="1936750"/>
            <a:ext cx="1334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row-tile format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831BE86-EE41-30CB-AA77-94C38F3ACBA3}"/>
              </a:ext>
            </a:extLst>
          </p:cNvPr>
          <p:cNvSpPr txBox="1"/>
          <p:nvPr/>
        </p:nvSpPr>
        <p:spPr>
          <a:xfrm>
            <a:off x="4381446" y="1960880"/>
            <a:ext cx="1566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column-tile format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2" name="表格 51">
            <a:extLst>
              <a:ext uri="{FF2B5EF4-FFF2-40B4-BE49-F238E27FC236}">
                <a16:creationId xmlns:a16="http://schemas.microsoft.com/office/drawing/2014/main" id="{F641E6B9-8A9C-416E-C6F9-6348B67A5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420114"/>
              </p:ext>
            </p:extLst>
          </p:nvPr>
        </p:nvGraphicFramePr>
        <p:xfrm>
          <a:off x="2395305" y="2859289"/>
          <a:ext cx="3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67936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8885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79916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24984"/>
                  </a:ext>
                </a:extLst>
              </a:tr>
            </a:tbl>
          </a:graphicData>
        </a:graphic>
      </p:graphicFrame>
      <p:grpSp>
        <p:nvGrpSpPr>
          <p:cNvPr id="61" name="组合 60">
            <a:extLst>
              <a:ext uri="{FF2B5EF4-FFF2-40B4-BE49-F238E27FC236}">
                <a16:creationId xmlns:a16="http://schemas.microsoft.com/office/drawing/2014/main" id="{ADFA37A6-A6EB-84D5-4422-BA8541D24695}"/>
              </a:ext>
            </a:extLst>
          </p:cNvPr>
          <p:cNvGrpSpPr/>
          <p:nvPr/>
        </p:nvGrpSpPr>
        <p:grpSpPr>
          <a:xfrm>
            <a:off x="2417530" y="2854457"/>
            <a:ext cx="304800" cy="724108"/>
            <a:chOff x="4959349" y="1734802"/>
            <a:chExt cx="304800" cy="724108"/>
          </a:xfrm>
        </p:grpSpPr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4E877E9C-D249-9C43-C455-E9F5378F736C}"/>
                </a:ext>
              </a:extLst>
            </p:cNvPr>
            <p:cNvSpPr txBox="1"/>
            <p:nvPr/>
          </p:nvSpPr>
          <p:spPr>
            <a:xfrm>
              <a:off x="4959349" y="173718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27A44418-3738-F708-985D-A9C1205ACF17}"/>
                </a:ext>
              </a:extLst>
            </p:cNvPr>
            <p:cNvSpPr txBox="1"/>
            <p:nvPr/>
          </p:nvSpPr>
          <p:spPr>
            <a:xfrm>
              <a:off x="5137943" y="173480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06857B9F-C2E5-EA2C-6CAC-71D025B49B11}"/>
                </a:ext>
              </a:extLst>
            </p:cNvPr>
            <p:cNvSpPr txBox="1"/>
            <p:nvPr/>
          </p:nvSpPr>
          <p:spPr>
            <a:xfrm>
              <a:off x="4959349" y="1922921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AC764C2-7F41-7AE6-CBDE-4BE9A2710F05}"/>
                </a:ext>
              </a:extLst>
            </p:cNvPr>
            <p:cNvSpPr txBox="1"/>
            <p:nvPr/>
          </p:nvSpPr>
          <p:spPr>
            <a:xfrm>
              <a:off x="5137943" y="1920540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3B6394B9-CBC4-2981-A6CE-454EF3840FF7}"/>
                </a:ext>
              </a:extLst>
            </p:cNvPr>
            <p:cNvSpPr txBox="1"/>
            <p:nvPr/>
          </p:nvSpPr>
          <p:spPr>
            <a:xfrm>
              <a:off x="4961730" y="2103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E82490C3-EA9F-1E0E-E617-8E4093744F9E}"/>
                </a:ext>
              </a:extLst>
            </p:cNvPr>
            <p:cNvSpPr txBox="1"/>
            <p:nvPr/>
          </p:nvSpPr>
          <p:spPr>
            <a:xfrm>
              <a:off x="5140324" y="2101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9E0BDB8-E812-9EF4-7CBD-16ABEA965987}"/>
                </a:ext>
              </a:extLst>
            </p:cNvPr>
            <p:cNvSpPr txBox="1"/>
            <p:nvPr/>
          </p:nvSpPr>
          <p:spPr>
            <a:xfrm>
              <a:off x="4961730" y="228963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DCC4D099-4521-2533-B169-BB3182870E85}"/>
                </a:ext>
              </a:extLst>
            </p:cNvPr>
            <p:cNvSpPr txBox="1"/>
            <p:nvPr/>
          </p:nvSpPr>
          <p:spPr>
            <a:xfrm>
              <a:off x="5140324" y="228725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5141508B-A356-DD34-D23D-D9CA1AC85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646133"/>
              </p:ext>
            </p:extLst>
          </p:nvPr>
        </p:nvGraphicFramePr>
        <p:xfrm>
          <a:off x="2958868" y="2343351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1761596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0124603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842688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467138"/>
                  </a:ext>
                </a:extLst>
              </a:tr>
            </a:tbl>
          </a:graphicData>
        </a:graphic>
      </p:graphicFrame>
      <p:grpSp>
        <p:nvGrpSpPr>
          <p:cNvPr id="63" name="组合 62">
            <a:extLst>
              <a:ext uri="{FF2B5EF4-FFF2-40B4-BE49-F238E27FC236}">
                <a16:creationId xmlns:a16="http://schemas.microsoft.com/office/drawing/2014/main" id="{00BD523A-A386-6228-8002-6914CA9CE954}"/>
              </a:ext>
            </a:extLst>
          </p:cNvPr>
          <p:cNvGrpSpPr/>
          <p:nvPr/>
        </p:nvGrpSpPr>
        <p:grpSpPr>
          <a:xfrm rot="16200000">
            <a:off x="3137756" y="2184238"/>
            <a:ext cx="350253" cy="678656"/>
            <a:chOff x="4087311" y="2378241"/>
            <a:chExt cx="350253" cy="678656"/>
          </a:xfrm>
        </p:grpSpPr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B68FEAC-A8D2-9199-9462-847F810346EA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AD99A8D-1C5A-927A-9C10-02FD144D02C6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37DD2CFF-0E11-F8B7-CA17-DC7426D12827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0020D3A5-4013-D65D-298D-45DCFAB7D59B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C23F85D-F133-0081-0887-BAEC9D8F2C01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1F7A82A-A0A3-60C3-A0EA-E1E19EC8A646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C39C190-571B-825E-40DA-7CF1A61A2E51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11961A6-715F-F12A-B6CD-DCB1524D2D98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A77138A4-5BCC-805A-BBE1-737E5D917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37143"/>
              </p:ext>
            </p:extLst>
          </p:nvPr>
        </p:nvGraphicFramePr>
        <p:xfrm>
          <a:off x="2962837" y="2857701"/>
          <a:ext cx="7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6725000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0233794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7558503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2080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37308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755026"/>
                  </a:ext>
                </a:extLst>
              </a:tr>
            </a:tbl>
          </a:graphicData>
        </a:graphic>
      </p:graphicFrame>
      <p:sp>
        <p:nvSpPr>
          <p:cNvPr id="73" name="矩形 72">
            <a:extLst>
              <a:ext uri="{FF2B5EF4-FFF2-40B4-BE49-F238E27FC236}">
                <a16:creationId xmlns:a16="http://schemas.microsoft.com/office/drawing/2014/main" id="{CE6E1912-9881-4705-03D9-19AF0936A2AA}"/>
              </a:ext>
            </a:extLst>
          </p:cNvPr>
          <p:cNvSpPr/>
          <p:nvPr/>
        </p:nvSpPr>
        <p:spPr>
          <a:xfrm>
            <a:off x="2960456" y="2857174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1D7327EA-19EE-1748-DDE2-F8339071F26F}"/>
              </a:ext>
            </a:extLst>
          </p:cNvPr>
          <p:cNvSpPr/>
          <p:nvPr/>
        </p:nvSpPr>
        <p:spPr>
          <a:xfrm>
            <a:off x="2960456" y="3034974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2B5FEB94-B4AA-085A-D612-C3645D0F865B}"/>
              </a:ext>
            </a:extLst>
          </p:cNvPr>
          <p:cNvSpPr/>
          <p:nvPr/>
        </p:nvSpPr>
        <p:spPr>
          <a:xfrm>
            <a:off x="2961249" y="2863524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CB93946-78A4-3EEB-C4D7-8DE481C516DB}"/>
              </a:ext>
            </a:extLst>
          </p:cNvPr>
          <p:cNvSpPr/>
          <p:nvPr/>
        </p:nvSpPr>
        <p:spPr>
          <a:xfrm>
            <a:off x="3142225" y="2858761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6B39E46-75CB-71F8-F9CB-AD6AF92FFC28}"/>
              </a:ext>
            </a:extLst>
          </p:cNvPr>
          <p:cNvSpPr txBox="1"/>
          <p:nvPr/>
        </p:nvSpPr>
        <p:spPr>
          <a:xfrm rot="16200000">
            <a:off x="2798676" y="3766358"/>
            <a:ext cx="50220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3FD7F-F174-06DB-06BC-A6A420A6AB4E}"/>
              </a:ext>
            </a:extLst>
          </p:cNvPr>
          <p:cNvSpPr txBox="1"/>
          <p:nvPr/>
        </p:nvSpPr>
        <p:spPr>
          <a:xfrm rot="16200000">
            <a:off x="2979650" y="3763978"/>
            <a:ext cx="50220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FF47DA0-FDB6-DAD0-3F8E-873EDD65BBE3}"/>
              </a:ext>
            </a:extLst>
          </p:cNvPr>
          <p:cNvSpPr txBox="1"/>
          <p:nvPr/>
        </p:nvSpPr>
        <p:spPr>
          <a:xfrm rot="5400000">
            <a:off x="3848676" y="2687136"/>
            <a:ext cx="169277" cy="497124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C4FC7CDD-00A1-66DC-E0CC-A16EAE6D2C01}"/>
              </a:ext>
            </a:extLst>
          </p:cNvPr>
          <p:cNvSpPr txBox="1"/>
          <p:nvPr/>
        </p:nvSpPr>
        <p:spPr>
          <a:xfrm rot="5400000">
            <a:off x="3851852" y="2869699"/>
            <a:ext cx="169277" cy="497124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右大括号 80">
            <a:extLst>
              <a:ext uri="{FF2B5EF4-FFF2-40B4-BE49-F238E27FC236}">
                <a16:creationId xmlns:a16="http://schemas.microsoft.com/office/drawing/2014/main" id="{B149CDFC-3300-514A-3D8E-5D5A98937071}"/>
              </a:ext>
            </a:extLst>
          </p:cNvPr>
          <p:cNvSpPr/>
          <p:nvPr/>
        </p:nvSpPr>
        <p:spPr>
          <a:xfrm>
            <a:off x="4197754" y="2899402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箭头: 右 81">
            <a:extLst>
              <a:ext uri="{FF2B5EF4-FFF2-40B4-BE49-F238E27FC236}">
                <a16:creationId xmlns:a16="http://schemas.microsoft.com/office/drawing/2014/main" id="{9138CDA1-EC9D-B543-CBCB-428066437D80}"/>
              </a:ext>
            </a:extLst>
          </p:cNvPr>
          <p:cNvSpPr/>
          <p:nvPr/>
        </p:nvSpPr>
        <p:spPr>
          <a:xfrm>
            <a:off x="4358092" y="2961314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B092FB-F5DA-D3CA-3DD3-0AE15D943C75}"/>
              </a:ext>
            </a:extLst>
          </p:cNvPr>
          <p:cNvSpPr txBox="1"/>
          <p:nvPr/>
        </p:nvSpPr>
        <p:spPr>
          <a:xfrm rot="5400000">
            <a:off x="4407155" y="2671821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4" name="表格 83">
            <a:extLst>
              <a:ext uri="{FF2B5EF4-FFF2-40B4-BE49-F238E27FC236}">
                <a16:creationId xmlns:a16="http://schemas.microsoft.com/office/drawing/2014/main" id="{9621DFC2-896E-A9DE-B9F9-8AC2011AE5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355255"/>
              </p:ext>
            </p:extLst>
          </p:nvPr>
        </p:nvGraphicFramePr>
        <p:xfrm>
          <a:off x="4749568" y="2857701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85" name="文本框 84">
            <a:extLst>
              <a:ext uri="{FF2B5EF4-FFF2-40B4-BE49-F238E27FC236}">
                <a16:creationId xmlns:a16="http://schemas.microsoft.com/office/drawing/2014/main" id="{C48A92CD-DE0C-9B50-1E53-C73E150F40EB}"/>
              </a:ext>
            </a:extLst>
          </p:cNvPr>
          <p:cNvSpPr txBox="1"/>
          <p:nvPr/>
        </p:nvSpPr>
        <p:spPr>
          <a:xfrm rot="5400000">
            <a:off x="4937233" y="2664233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</a:t>
            </a:r>
          </a:p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C2EEE4-5368-D7F8-6275-2EA73ED45FBE}"/>
              </a:ext>
            </a:extLst>
          </p:cNvPr>
          <p:cNvSpPr txBox="1"/>
          <p:nvPr/>
        </p:nvSpPr>
        <p:spPr>
          <a:xfrm>
            <a:off x="2356979" y="4052244"/>
            <a:ext cx="3047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read result from array and store to memory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2C567459-8D3E-AD07-3F30-99CE7A38A149}"/>
              </a:ext>
            </a:extLst>
          </p:cNvPr>
          <p:cNvSpPr/>
          <p:nvPr/>
        </p:nvSpPr>
        <p:spPr>
          <a:xfrm>
            <a:off x="3435922" y="3633608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478DD401-47A6-9775-5B79-849A96EB550D}"/>
              </a:ext>
            </a:extLst>
          </p:cNvPr>
          <p:cNvSpPr/>
          <p:nvPr/>
        </p:nvSpPr>
        <p:spPr>
          <a:xfrm>
            <a:off x="3657138" y="3694255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EFD15B0-5335-298D-DFD0-CF15CD3AD2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169910"/>
              </p:ext>
            </p:extLst>
          </p:nvPr>
        </p:nvGraphicFramePr>
        <p:xfrm>
          <a:off x="4054964" y="3590642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EB06619C-9F56-D01C-0D80-BF5D720DA7A0}"/>
              </a:ext>
            </a:extLst>
          </p:cNvPr>
          <p:cNvSpPr txBox="1"/>
          <p:nvPr/>
        </p:nvSpPr>
        <p:spPr>
          <a:xfrm rot="5400000">
            <a:off x="4236279" y="3397174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</a:p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B3E5703-2AF3-8425-F3A2-B00B36EE23D4}"/>
              </a:ext>
            </a:extLst>
          </p:cNvPr>
          <p:cNvSpPr txBox="1"/>
          <p:nvPr/>
        </p:nvSpPr>
        <p:spPr>
          <a:xfrm rot="5400000">
            <a:off x="3698442" y="3428575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73C8D-40BE-A6B1-8804-641293F3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AB9B0810-70D5-CDBE-BE5C-FBC8C417A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256558"/>
              </p:ext>
            </p:extLst>
          </p:nvPr>
        </p:nvGraphicFramePr>
        <p:xfrm>
          <a:off x="2235926" y="469748"/>
          <a:ext cx="1440000" cy="145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</a:rPr>
                        <a:t>u2</a:t>
                      </a:r>
                      <a:endParaRPr lang="zh-CN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C5189327-2A68-EFB2-EAFF-F5EC0B993181}"/>
              </a:ext>
            </a:extLst>
          </p:cNvPr>
          <p:cNvSpPr txBox="1"/>
          <p:nvPr/>
        </p:nvSpPr>
        <p:spPr>
          <a:xfrm>
            <a:off x="2261325" y="474445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8595BA-F0DF-E08E-AB57-A45AC2949812}"/>
              </a:ext>
            </a:extLst>
          </p:cNvPr>
          <p:cNvSpPr txBox="1"/>
          <p:nvPr/>
        </p:nvSpPr>
        <p:spPr>
          <a:xfrm>
            <a:off x="2439919" y="472064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C708F5-7912-9E55-E4C1-00A1B7C0F6CB}"/>
              </a:ext>
            </a:extLst>
          </p:cNvPr>
          <p:cNvSpPr txBox="1"/>
          <p:nvPr/>
        </p:nvSpPr>
        <p:spPr>
          <a:xfrm>
            <a:off x="2261325" y="66018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CA4A7A9-F4E3-372D-8D84-36F2F760B410}"/>
              </a:ext>
            </a:extLst>
          </p:cNvPr>
          <p:cNvSpPr txBox="1"/>
          <p:nvPr/>
        </p:nvSpPr>
        <p:spPr>
          <a:xfrm>
            <a:off x="2439919" y="65780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58DD58-8FAA-A2CC-7820-5E7E6727D60F}"/>
              </a:ext>
            </a:extLst>
          </p:cNvPr>
          <p:cNvSpPr txBox="1"/>
          <p:nvPr/>
        </p:nvSpPr>
        <p:spPr>
          <a:xfrm>
            <a:off x="2263706" y="841158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37C7A2-6341-7F64-239E-A6E679DF4BD9}"/>
              </a:ext>
            </a:extLst>
          </p:cNvPr>
          <p:cNvSpPr txBox="1"/>
          <p:nvPr/>
        </p:nvSpPr>
        <p:spPr>
          <a:xfrm>
            <a:off x="2442300" y="838777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E7EB415-5CC7-B955-DD99-76244F60A156}"/>
              </a:ext>
            </a:extLst>
          </p:cNvPr>
          <p:cNvSpPr txBox="1"/>
          <p:nvPr/>
        </p:nvSpPr>
        <p:spPr>
          <a:xfrm>
            <a:off x="2263706" y="1026895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E496CBB-AB8F-8530-1416-21720425C6B1}"/>
              </a:ext>
            </a:extLst>
          </p:cNvPr>
          <p:cNvSpPr txBox="1"/>
          <p:nvPr/>
        </p:nvSpPr>
        <p:spPr>
          <a:xfrm>
            <a:off x="2442300" y="1024514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57097691-6814-2240-F84B-3899C31925AF}"/>
              </a:ext>
            </a:extLst>
          </p:cNvPr>
          <p:cNvGrpSpPr/>
          <p:nvPr/>
        </p:nvGrpSpPr>
        <p:grpSpPr>
          <a:xfrm>
            <a:off x="1956029" y="452552"/>
            <a:ext cx="200522" cy="742950"/>
            <a:chOff x="1752103" y="702470"/>
            <a:chExt cx="200522" cy="742950"/>
          </a:xfrm>
        </p:grpSpPr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7F3D10A-283E-52D7-3966-D9A0AEB6B0D1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B13A7999-167B-E11D-3963-2E9FF22819B1}"/>
                </a:ext>
              </a:extLst>
            </p:cNvPr>
            <p:cNvSpPr txBox="1"/>
            <p:nvPr/>
          </p:nvSpPr>
          <p:spPr>
            <a:xfrm>
              <a:off x="1752103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VL_reduce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1271D471-AE8B-F5FB-F5C0-7F0B51FF7605}"/>
              </a:ext>
            </a:extLst>
          </p:cNvPr>
          <p:cNvCxnSpPr>
            <a:cxnSpLocks/>
          </p:cNvCxnSpPr>
          <p:nvPr/>
        </p:nvCxnSpPr>
        <p:spPr>
          <a:xfrm>
            <a:off x="1892232" y="469748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0D60A8F-6C28-E12B-F0F8-149C2EFD8665}"/>
              </a:ext>
            </a:extLst>
          </p:cNvPr>
          <p:cNvSpPr txBox="1"/>
          <p:nvPr/>
        </p:nvSpPr>
        <p:spPr>
          <a:xfrm>
            <a:off x="1713141" y="818273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769C2A1-F0FA-37AD-C97D-DBFB93BAEED4}"/>
              </a:ext>
            </a:extLst>
          </p:cNvPr>
          <p:cNvCxnSpPr>
            <a:cxnSpLocks/>
          </p:cNvCxnSpPr>
          <p:nvPr/>
        </p:nvCxnSpPr>
        <p:spPr>
          <a:xfrm rot="5400000">
            <a:off x="2407988" y="225092"/>
            <a:ext cx="0" cy="36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B10790A1-8759-47D3-4CA1-BB5DE780F083}"/>
              </a:ext>
            </a:extLst>
          </p:cNvPr>
          <p:cNvSpPr txBox="1"/>
          <p:nvPr/>
        </p:nvSpPr>
        <p:spPr>
          <a:xfrm>
            <a:off x="2211320" y="189820"/>
            <a:ext cx="383381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87A27AAF-7CBD-12A8-9F26-A34AEAC88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382243"/>
              </p:ext>
            </p:extLst>
          </p:nvPr>
        </p:nvGraphicFramePr>
        <p:xfrm>
          <a:off x="4452303" y="459638"/>
          <a:ext cx="1440000" cy="144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algn="ctr"/>
                      <a:r>
                        <a:rPr lang="en-US" altLang="zh-CN" sz="1100" b="1" dirty="0"/>
                        <a:t>v2</a:t>
                      </a:r>
                      <a:endParaRPr lang="zh-CN" altLang="en-US" sz="1100" b="1" dirty="0"/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grpSp>
        <p:nvGrpSpPr>
          <p:cNvPr id="28" name="组合 27">
            <a:extLst>
              <a:ext uri="{FF2B5EF4-FFF2-40B4-BE49-F238E27FC236}">
                <a16:creationId xmlns:a16="http://schemas.microsoft.com/office/drawing/2014/main" id="{FD28B69B-A32A-A8D9-8998-A316CA8D9A33}"/>
              </a:ext>
            </a:extLst>
          </p:cNvPr>
          <p:cNvGrpSpPr/>
          <p:nvPr/>
        </p:nvGrpSpPr>
        <p:grpSpPr>
          <a:xfrm rot="16200000">
            <a:off x="4075275" y="541659"/>
            <a:ext cx="383381" cy="215272"/>
            <a:chOff x="1607344" y="2735263"/>
            <a:chExt cx="383381" cy="215272"/>
          </a:xfrm>
        </p:grpSpPr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574E2585-499F-6F7E-8EF2-A2AD15D3670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804012" y="2770535"/>
              <a:ext cx="0" cy="36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6FA400CF-6F32-A569-A2C0-4BCAD9A4AC3D}"/>
                </a:ext>
              </a:extLst>
            </p:cNvPr>
            <p:cNvSpPr txBox="1"/>
            <p:nvPr/>
          </p:nvSpPr>
          <p:spPr>
            <a:xfrm>
              <a:off x="1607344" y="2735263"/>
              <a:ext cx="383381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way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BFF0C0FF-90CA-7BE1-9453-89829F949258}"/>
              </a:ext>
            </a:extLst>
          </p:cNvPr>
          <p:cNvGrpSpPr/>
          <p:nvPr/>
        </p:nvGrpSpPr>
        <p:grpSpPr>
          <a:xfrm rot="5400000">
            <a:off x="4720093" y="-71909"/>
            <a:ext cx="200523" cy="742950"/>
            <a:chOff x="1752102" y="702470"/>
            <a:chExt cx="200523" cy="742950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59DD97CB-63C2-DA59-A354-2B2E91552E58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47544E08-8F79-52DB-3EFF-5FAED27930B7}"/>
                </a:ext>
              </a:extLst>
            </p:cNvPr>
            <p:cNvSpPr txBox="1"/>
            <p:nvPr/>
          </p:nvSpPr>
          <p:spPr>
            <a:xfrm>
              <a:off x="1752102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VL_reduce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6F32E0CB-D27C-1C03-7554-99B0D804FE03}"/>
              </a:ext>
            </a:extLst>
          </p:cNvPr>
          <p:cNvCxnSpPr>
            <a:cxnSpLocks/>
          </p:cNvCxnSpPr>
          <p:nvPr/>
        </p:nvCxnSpPr>
        <p:spPr>
          <a:xfrm>
            <a:off x="4122896" y="469159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E5ABBE29-ACC4-A7BE-B53D-2577FF94E751}"/>
              </a:ext>
            </a:extLst>
          </p:cNvPr>
          <p:cNvSpPr txBox="1"/>
          <p:nvPr/>
        </p:nvSpPr>
        <p:spPr>
          <a:xfrm>
            <a:off x="3943805" y="817684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0D555AB5-2393-78D8-D3EB-ACF48E827D86}"/>
              </a:ext>
            </a:extLst>
          </p:cNvPr>
          <p:cNvGrpSpPr/>
          <p:nvPr/>
        </p:nvGrpSpPr>
        <p:grpSpPr>
          <a:xfrm rot="16200000">
            <a:off x="4635951" y="308458"/>
            <a:ext cx="350253" cy="678656"/>
            <a:chOff x="4087311" y="2378241"/>
            <a:chExt cx="350253" cy="678656"/>
          </a:xfrm>
        </p:grpSpPr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313D877D-8946-7D1B-9442-B75D5AACB4B0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C7BDB87-5CE3-15A3-CFC5-9D8AF7AFF356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FE2EA7B0-C304-7BFC-9D95-CA9B82291F8C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538C8BC4-A1D5-2318-1AC9-1790D490D4C0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8675B5A-66E6-3F92-C2A9-245A6CEF4530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718709D-7FA8-E09C-0E99-F569A06AF059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B0620CC-FA99-B4AB-F76F-1E747D6D8513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8DACC6C7-CFDD-EA10-7DB3-87BD6DEEA8E4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矩形 47">
            <a:extLst>
              <a:ext uri="{FF2B5EF4-FFF2-40B4-BE49-F238E27FC236}">
                <a16:creationId xmlns:a16="http://schemas.microsoft.com/office/drawing/2014/main" id="{B740CA9C-176B-7DAB-70C3-D819FF10A701}"/>
              </a:ext>
            </a:extLst>
          </p:cNvPr>
          <p:cNvSpPr/>
          <p:nvPr/>
        </p:nvSpPr>
        <p:spPr>
          <a:xfrm>
            <a:off x="2232751" y="473987"/>
            <a:ext cx="1443038" cy="723900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4E2E94C-4DC0-8918-8265-734D7E77FD2E}"/>
              </a:ext>
            </a:extLst>
          </p:cNvPr>
          <p:cNvSpPr/>
          <p:nvPr/>
        </p:nvSpPr>
        <p:spPr>
          <a:xfrm>
            <a:off x="4458653" y="463867"/>
            <a:ext cx="714375" cy="143827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6A27280-B3F4-0AD7-E058-8016BE1DA633}"/>
              </a:ext>
            </a:extLst>
          </p:cNvPr>
          <p:cNvSpPr txBox="1"/>
          <p:nvPr/>
        </p:nvSpPr>
        <p:spPr>
          <a:xfrm>
            <a:off x="2273348" y="1963062"/>
            <a:ext cx="1334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row-tile format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11FA487-5C07-2AA0-A163-9F9EA0FF7AB1}"/>
              </a:ext>
            </a:extLst>
          </p:cNvPr>
          <p:cNvSpPr txBox="1"/>
          <p:nvPr/>
        </p:nvSpPr>
        <p:spPr>
          <a:xfrm>
            <a:off x="4381446" y="1960880"/>
            <a:ext cx="1566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column-tile format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2" name="表格 51">
            <a:extLst>
              <a:ext uri="{FF2B5EF4-FFF2-40B4-BE49-F238E27FC236}">
                <a16:creationId xmlns:a16="http://schemas.microsoft.com/office/drawing/2014/main" id="{DE5E09A8-0F67-AE0D-1526-AF4A2076C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7895628"/>
              </p:ext>
            </p:extLst>
          </p:nvPr>
        </p:nvGraphicFramePr>
        <p:xfrm>
          <a:off x="6235183" y="770139"/>
          <a:ext cx="3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67936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8885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79916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24984"/>
                  </a:ext>
                </a:extLst>
              </a:tr>
            </a:tbl>
          </a:graphicData>
        </a:graphic>
      </p:graphicFrame>
      <p:grpSp>
        <p:nvGrpSpPr>
          <p:cNvPr id="61" name="组合 60">
            <a:extLst>
              <a:ext uri="{FF2B5EF4-FFF2-40B4-BE49-F238E27FC236}">
                <a16:creationId xmlns:a16="http://schemas.microsoft.com/office/drawing/2014/main" id="{D561AC41-4B26-B5A9-41C1-F4830F5BB9B1}"/>
              </a:ext>
            </a:extLst>
          </p:cNvPr>
          <p:cNvGrpSpPr/>
          <p:nvPr/>
        </p:nvGrpSpPr>
        <p:grpSpPr>
          <a:xfrm>
            <a:off x="6257408" y="765307"/>
            <a:ext cx="304800" cy="724108"/>
            <a:chOff x="4959349" y="1734802"/>
            <a:chExt cx="304800" cy="724108"/>
          </a:xfrm>
        </p:grpSpPr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37743B7-12C4-F875-FF29-00183D58BC3A}"/>
                </a:ext>
              </a:extLst>
            </p:cNvPr>
            <p:cNvSpPr txBox="1"/>
            <p:nvPr/>
          </p:nvSpPr>
          <p:spPr>
            <a:xfrm>
              <a:off x="4959349" y="173718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AC512443-4469-A9E1-BD6F-71A6403F5F92}"/>
                </a:ext>
              </a:extLst>
            </p:cNvPr>
            <p:cNvSpPr txBox="1"/>
            <p:nvPr/>
          </p:nvSpPr>
          <p:spPr>
            <a:xfrm>
              <a:off x="5137943" y="173480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AD8F0B6B-FD25-7503-49A7-D3055535A052}"/>
                </a:ext>
              </a:extLst>
            </p:cNvPr>
            <p:cNvSpPr txBox="1"/>
            <p:nvPr/>
          </p:nvSpPr>
          <p:spPr>
            <a:xfrm>
              <a:off x="4959349" y="1922921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C2EEF014-267C-5D4C-FEB6-20DD4F081A06}"/>
                </a:ext>
              </a:extLst>
            </p:cNvPr>
            <p:cNvSpPr txBox="1"/>
            <p:nvPr/>
          </p:nvSpPr>
          <p:spPr>
            <a:xfrm>
              <a:off x="5137943" y="1920540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C636F70E-238C-6408-EA02-CB842C7DBC1F}"/>
                </a:ext>
              </a:extLst>
            </p:cNvPr>
            <p:cNvSpPr txBox="1"/>
            <p:nvPr/>
          </p:nvSpPr>
          <p:spPr>
            <a:xfrm>
              <a:off x="4961730" y="2103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21BE243E-F4D4-DECB-D321-6EF3A8A45726}"/>
                </a:ext>
              </a:extLst>
            </p:cNvPr>
            <p:cNvSpPr txBox="1"/>
            <p:nvPr/>
          </p:nvSpPr>
          <p:spPr>
            <a:xfrm>
              <a:off x="5140324" y="2101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D13E5156-631E-86ED-CD7E-373A595AD80A}"/>
                </a:ext>
              </a:extLst>
            </p:cNvPr>
            <p:cNvSpPr txBox="1"/>
            <p:nvPr/>
          </p:nvSpPr>
          <p:spPr>
            <a:xfrm>
              <a:off x="4961730" y="228963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2D49D1A-BE0B-B099-4A99-61F232C753E0}"/>
                </a:ext>
              </a:extLst>
            </p:cNvPr>
            <p:cNvSpPr txBox="1"/>
            <p:nvPr/>
          </p:nvSpPr>
          <p:spPr>
            <a:xfrm>
              <a:off x="5140324" y="228725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7FC7594-1C0C-951B-F5EC-801974CDBA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450393"/>
              </p:ext>
            </p:extLst>
          </p:nvPr>
        </p:nvGraphicFramePr>
        <p:xfrm>
          <a:off x="6798746" y="254201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1761596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0124603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842688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467138"/>
                  </a:ext>
                </a:extLst>
              </a:tr>
            </a:tbl>
          </a:graphicData>
        </a:graphic>
      </p:graphicFrame>
      <p:grpSp>
        <p:nvGrpSpPr>
          <p:cNvPr id="63" name="组合 62">
            <a:extLst>
              <a:ext uri="{FF2B5EF4-FFF2-40B4-BE49-F238E27FC236}">
                <a16:creationId xmlns:a16="http://schemas.microsoft.com/office/drawing/2014/main" id="{9F4FDACC-E4C2-E8EB-8CC5-4C358F9B44EC}"/>
              </a:ext>
            </a:extLst>
          </p:cNvPr>
          <p:cNvGrpSpPr/>
          <p:nvPr/>
        </p:nvGrpSpPr>
        <p:grpSpPr>
          <a:xfrm rot="16200000">
            <a:off x="6977635" y="95089"/>
            <a:ext cx="350253" cy="678656"/>
            <a:chOff x="4087311" y="2378241"/>
            <a:chExt cx="350253" cy="678656"/>
          </a:xfrm>
        </p:grpSpPr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00F67B70-F2E6-B188-47F7-58153BDC7641}"/>
                </a:ext>
              </a:extLst>
            </p:cNvPr>
            <p:cNvSpPr txBox="1"/>
            <p:nvPr/>
          </p:nvSpPr>
          <p:spPr>
            <a:xfrm rot="5400000">
              <a:off x="4110038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77089FAD-A309-2B0A-1870-096ABCC7CAA0}"/>
                </a:ext>
              </a:extLst>
            </p:cNvPr>
            <p:cNvSpPr txBox="1"/>
            <p:nvPr/>
          </p:nvSpPr>
          <p:spPr>
            <a:xfrm rot="5400000">
              <a:off x="4288632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D15316A7-0506-4077-87C2-E773254A6776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165B9AEB-AC5C-F2DB-77CA-9B5220CE76C8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56A6E683-888E-9CEA-9C0F-E7EB2FBC6CC9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7A19E50F-536F-D5BA-E153-740EA6DCF7A2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2CC605AB-5C04-437B-0FD1-202F4E740E32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B3EB659-2071-A504-B2BA-497961CCC8D2}"/>
                </a:ext>
              </a:extLst>
            </p:cNvPr>
            <p:cNvSpPr txBox="1"/>
            <p:nvPr/>
          </p:nvSpPr>
          <p:spPr>
            <a:xfrm rot="5400000">
              <a:off x="4291012" y="290796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BC3FF4DA-B619-8A1B-8CDD-BE89BE2E0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052622"/>
              </p:ext>
            </p:extLst>
          </p:nvPr>
        </p:nvGraphicFramePr>
        <p:xfrm>
          <a:off x="6802715" y="768551"/>
          <a:ext cx="7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6725000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0233794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7558503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2080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37308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755026"/>
                  </a:ext>
                </a:extLst>
              </a:tr>
            </a:tbl>
          </a:graphicData>
        </a:graphic>
      </p:graphicFrame>
      <p:sp>
        <p:nvSpPr>
          <p:cNvPr id="73" name="矩形 72">
            <a:extLst>
              <a:ext uri="{FF2B5EF4-FFF2-40B4-BE49-F238E27FC236}">
                <a16:creationId xmlns:a16="http://schemas.microsoft.com/office/drawing/2014/main" id="{E676D190-C95D-62DF-55CB-0400C978A023}"/>
              </a:ext>
            </a:extLst>
          </p:cNvPr>
          <p:cNvSpPr/>
          <p:nvPr/>
        </p:nvSpPr>
        <p:spPr>
          <a:xfrm>
            <a:off x="6800334" y="768024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F864FF4-0A4B-4AD3-CB54-B52447F97FB2}"/>
              </a:ext>
            </a:extLst>
          </p:cNvPr>
          <p:cNvSpPr/>
          <p:nvPr/>
        </p:nvSpPr>
        <p:spPr>
          <a:xfrm>
            <a:off x="6800334" y="945824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0D71290-963D-79AD-463A-3964221BE87D}"/>
              </a:ext>
            </a:extLst>
          </p:cNvPr>
          <p:cNvSpPr/>
          <p:nvPr/>
        </p:nvSpPr>
        <p:spPr>
          <a:xfrm>
            <a:off x="6801127" y="774374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CC79AC56-CD6D-7E79-516A-2A5ABAB056D9}"/>
              </a:ext>
            </a:extLst>
          </p:cNvPr>
          <p:cNvSpPr/>
          <p:nvPr/>
        </p:nvSpPr>
        <p:spPr>
          <a:xfrm>
            <a:off x="6982103" y="769611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601AECF-2B89-B812-7914-1D54A6E200C1}"/>
              </a:ext>
            </a:extLst>
          </p:cNvPr>
          <p:cNvSpPr txBox="1"/>
          <p:nvPr/>
        </p:nvSpPr>
        <p:spPr>
          <a:xfrm rot="16200000">
            <a:off x="6638554" y="1677208"/>
            <a:ext cx="50220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F8279CB-1BC5-FC1A-FB25-D1D072E362D3}"/>
              </a:ext>
            </a:extLst>
          </p:cNvPr>
          <p:cNvSpPr txBox="1"/>
          <p:nvPr/>
        </p:nvSpPr>
        <p:spPr>
          <a:xfrm rot="16200000">
            <a:off x="6819528" y="1674828"/>
            <a:ext cx="50220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3B7062-ADB7-D662-8274-8369F7C0A70D}"/>
              </a:ext>
            </a:extLst>
          </p:cNvPr>
          <p:cNvSpPr txBox="1"/>
          <p:nvPr/>
        </p:nvSpPr>
        <p:spPr>
          <a:xfrm rot="5400000">
            <a:off x="7688554" y="597986"/>
            <a:ext cx="169277" cy="497124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C6993DF0-98CF-1754-9EFA-A8FD5A6A1EB4}"/>
              </a:ext>
            </a:extLst>
          </p:cNvPr>
          <p:cNvSpPr txBox="1"/>
          <p:nvPr/>
        </p:nvSpPr>
        <p:spPr>
          <a:xfrm rot="5400000">
            <a:off x="7691730" y="780549"/>
            <a:ext cx="169277" cy="497124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右大括号 80">
            <a:extLst>
              <a:ext uri="{FF2B5EF4-FFF2-40B4-BE49-F238E27FC236}">
                <a16:creationId xmlns:a16="http://schemas.microsoft.com/office/drawing/2014/main" id="{2F07EE0E-E802-146C-BBA5-BD944CF3BD38}"/>
              </a:ext>
            </a:extLst>
          </p:cNvPr>
          <p:cNvSpPr/>
          <p:nvPr/>
        </p:nvSpPr>
        <p:spPr>
          <a:xfrm>
            <a:off x="8037632" y="810252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箭头: 右 81">
            <a:extLst>
              <a:ext uri="{FF2B5EF4-FFF2-40B4-BE49-F238E27FC236}">
                <a16:creationId xmlns:a16="http://schemas.microsoft.com/office/drawing/2014/main" id="{E494BE86-6740-00BB-AEA6-FF2DF0849B73}"/>
              </a:ext>
            </a:extLst>
          </p:cNvPr>
          <p:cNvSpPr/>
          <p:nvPr/>
        </p:nvSpPr>
        <p:spPr>
          <a:xfrm>
            <a:off x="8197970" y="872164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F94A43D2-FE2D-AF8A-BB97-1FCD457FFE53}"/>
              </a:ext>
            </a:extLst>
          </p:cNvPr>
          <p:cNvSpPr txBox="1"/>
          <p:nvPr/>
        </p:nvSpPr>
        <p:spPr>
          <a:xfrm rot="5400000">
            <a:off x="8247033" y="582671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4" name="表格 83">
            <a:extLst>
              <a:ext uri="{FF2B5EF4-FFF2-40B4-BE49-F238E27FC236}">
                <a16:creationId xmlns:a16="http://schemas.microsoft.com/office/drawing/2014/main" id="{7CB7AC38-DC68-B517-1568-AA5BA1E038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778835"/>
              </p:ext>
            </p:extLst>
          </p:nvPr>
        </p:nvGraphicFramePr>
        <p:xfrm>
          <a:off x="8589446" y="768551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85" name="文本框 84">
            <a:extLst>
              <a:ext uri="{FF2B5EF4-FFF2-40B4-BE49-F238E27FC236}">
                <a16:creationId xmlns:a16="http://schemas.microsoft.com/office/drawing/2014/main" id="{6B6A5CC3-B53B-B601-CFFD-A1D69CEE2770}"/>
              </a:ext>
            </a:extLst>
          </p:cNvPr>
          <p:cNvSpPr txBox="1"/>
          <p:nvPr/>
        </p:nvSpPr>
        <p:spPr>
          <a:xfrm rot="5400000">
            <a:off x="8777111" y="575083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</a:t>
            </a:r>
          </a:p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207CC98-816E-C9C6-4556-60B3B8714E2A}"/>
              </a:ext>
            </a:extLst>
          </p:cNvPr>
          <p:cNvSpPr txBox="1"/>
          <p:nvPr/>
        </p:nvSpPr>
        <p:spPr>
          <a:xfrm>
            <a:off x="6196857" y="1963094"/>
            <a:ext cx="3047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read result from array and store to memory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7931E3AC-FE0D-82BC-EECA-13561400D7D9}"/>
              </a:ext>
            </a:extLst>
          </p:cNvPr>
          <p:cNvSpPr/>
          <p:nvPr/>
        </p:nvSpPr>
        <p:spPr>
          <a:xfrm>
            <a:off x="7275800" y="1544458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37CF4176-9FF3-7FFB-2FFE-39D850E3B645}"/>
              </a:ext>
            </a:extLst>
          </p:cNvPr>
          <p:cNvSpPr/>
          <p:nvPr/>
        </p:nvSpPr>
        <p:spPr>
          <a:xfrm>
            <a:off x="7497016" y="1605105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AE295D1A-8158-C901-83D7-496DB4299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34437"/>
              </p:ext>
            </p:extLst>
          </p:nvPr>
        </p:nvGraphicFramePr>
        <p:xfrm>
          <a:off x="7894842" y="1501492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B6ACCCF5-9BEA-8568-4C6F-AA1B363289CA}"/>
              </a:ext>
            </a:extLst>
          </p:cNvPr>
          <p:cNvSpPr txBox="1"/>
          <p:nvPr/>
        </p:nvSpPr>
        <p:spPr>
          <a:xfrm rot="5400000">
            <a:off x="8076157" y="1308024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</a:p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71702FB-62A0-9787-639C-8D20EAEF485C}"/>
              </a:ext>
            </a:extLst>
          </p:cNvPr>
          <p:cNvSpPr txBox="1"/>
          <p:nvPr/>
        </p:nvSpPr>
        <p:spPr>
          <a:xfrm rot="5400000">
            <a:off x="7538320" y="1339425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23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194</Words>
  <Application>Microsoft Office PowerPoint</Application>
  <PresentationFormat>宽屏</PresentationFormat>
  <Paragraphs>110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9</cp:revision>
  <dcterms:created xsi:type="dcterms:W3CDTF">2025-12-09T01:25:51Z</dcterms:created>
  <dcterms:modified xsi:type="dcterms:W3CDTF">2026-03-03T10:32:44Z</dcterms:modified>
</cp:coreProperties>
</file>