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61C01-E3A1-C4EA-E4D0-636E626BC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1778E1-6860-B4D9-060E-208AE6403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4D476-9D07-5DAC-EC3B-0340CEAE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8CC5C9-DE49-7C61-6994-050A1B99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E1CBC-0102-DD52-E362-D5D457A7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32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5C7E0-C70F-1B7E-D3C9-F5D605D8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E7AB4-9490-1ABD-A11E-277BE0FCB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62B8C-9FF7-2FF7-95AD-0EBC0CAC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1CA0C-7C14-547C-0C8C-FE6309DF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00FEDA-17D1-AA45-2318-56032775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4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EF42C-5703-8C2A-0381-C492814E7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4E7E40-9373-D619-D100-AF3B4AF36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773905-46DF-ABF5-09DB-626AC055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C9588-FDF8-F621-372A-A6D2C924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1702C4-66C8-4517-47E8-DF5571A0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5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36249-13E1-B66A-C43F-A0BF7D42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DAD15-14A4-4557-EE66-4B4793DA41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03E059-9DCE-D4E1-383B-349DCF304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6BF9EC-F14F-7E75-FC83-908E8F95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40AE9-0BC6-B659-53A7-0578E0E6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FAA348-D7A8-835F-3EC8-CE497022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03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71CA9-0483-CA5A-D6E2-831DF6B1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2C7B01-7C8A-9806-0491-0D32FCFE2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68F1F2-CC80-1178-F2B5-158AFF0F0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7159EB-6A02-2826-99D3-CCF5FB8E3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0719BE-D541-EE0A-7866-ACEF51C69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854A68-E856-21DD-8E2B-6610F89A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D17E65-E83A-ABB0-469C-7C78C668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6B8A6A-F672-5683-C036-1A62ACEC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533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56DDE-7EB6-9FF9-66FC-B4479DD1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9BD116-C468-C3D9-DC88-3B963BBA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5D4CB2-EBB6-A35D-E87C-0EB1BF0E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5E5A40-0B14-E62F-E269-EB28FCCD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85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05F9EF-D5BC-1414-A2FB-D9F95D2C9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98BACD-15FB-8997-5E4F-5AA5C2A2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CCA46-3E36-8023-1553-304ACDE7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07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0E46F-9920-C512-E722-4C5B712D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5B95A-6B04-E2C8-6AA5-600E2A390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432963-9296-7007-B355-65B3E7BD3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F55512-B53F-721B-5DA3-35A201BA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139C7E-38A1-5558-3ED5-A4EBBEF9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446C72-80F1-FBBB-AA59-489B23EF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9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BB790-96BE-9870-0C7A-1CA35B8F6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AA8FC1-B30D-1CBD-94FF-7C51D97DF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EDAE7E-7323-D3CA-87E5-6E8BB16D2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2BB6F5-ADD6-8753-A828-1229B462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CE4FB9-4AB4-E63D-DC59-6E0849B4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A9FD74-908E-A2EC-193F-68A70E4A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57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F9D10-02C5-EC7B-D54D-955199FA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90E198-22EC-2049-4021-F6C9F4ADA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9896A-ACEC-480B-015C-BB3F9451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A9CD04-8FD7-DD4E-A7A4-EF7B9ABA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71A4D-E29F-C2EF-2A56-6A45F9FD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27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5ADF0D-4319-881D-1FDE-8FC574D5E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F5A6E8-0B07-98DC-1D72-99C303FE6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5DD87B-35A4-8A11-7021-79C8863C5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6339AF-E175-226A-007C-1FD4FAD36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8B48D4-553E-8538-6004-E97C1AB7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72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CE923A-17A7-1519-7AA8-B16E3004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640DE1-D2FE-41F6-6A6C-851452456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915B4-9DE3-A934-697D-8F57DB2B5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7E52F-525B-4E79-BB2A-CC4327EEE1A6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36019-AE15-5D42-49BC-E4FE91695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2D156-2F2E-01D2-F752-C093A8C8A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09F29-6489-4B43-83A1-0214E99BC9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96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D16A38-B6BA-F1F1-1899-02453F413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23108"/>
              </p:ext>
            </p:extLst>
          </p:nvPr>
        </p:nvGraphicFramePr>
        <p:xfrm>
          <a:off x="2032000" y="443436"/>
          <a:ext cx="1440000" cy="145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871001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34580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652794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5818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3582829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513490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3893124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78554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</a:rPr>
                        <a:t>u2</a:t>
                      </a:r>
                      <a:endParaRPr lang="zh-CN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CN" alt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7546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02064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545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6115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0569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9697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71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63837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D954C5B-266A-92AF-59DD-263B49927C30}"/>
              </a:ext>
            </a:extLst>
          </p:cNvPr>
          <p:cNvSpPr txBox="1"/>
          <p:nvPr/>
        </p:nvSpPr>
        <p:spPr>
          <a:xfrm>
            <a:off x="2057399" y="448133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4C7104-B8AB-7FC1-2BA2-28AE71B0615E}"/>
              </a:ext>
            </a:extLst>
          </p:cNvPr>
          <p:cNvSpPr txBox="1"/>
          <p:nvPr/>
        </p:nvSpPr>
        <p:spPr>
          <a:xfrm>
            <a:off x="2235993" y="445752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816A69-90FD-E20A-D9E1-22924B2DF794}"/>
              </a:ext>
            </a:extLst>
          </p:cNvPr>
          <p:cNvSpPr txBox="1"/>
          <p:nvPr/>
        </p:nvSpPr>
        <p:spPr>
          <a:xfrm>
            <a:off x="2057399" y="633871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6A525D-A94A-7B71-5A78-A01849BCFE94}"/>
              </a:ext>
            </a:extLst>
          </p:cNvPr>
          <p:cNvSpPr txBox="1"/>
          <p:nvPr/>
        </p:nvSpPr>
        <p:spPr>
          <a:xfrm>
            <a:off x="2235993" y="631490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BC0087-F03D-BEBB-547F-315B05335684}"/>
              </a:ext>
            </a:extLst>
          </p:cNvPr>
          <p:cNvSpPr txBox="1"/>
          <p:nvPr/>
        </p:nvSpPr>
        <p:spPr>
          <a:xfrm>
            <a:off x="2059780" y="814846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B4FD73-64FB-F10B-909C-EED6060D5943}"/>
              </a:ext>
            </a:extLst>
          </p:cNvPr>
          <p:cNvSpPr txBox="1"/>
          <p:nvPr/>
        </p:nvSpPr>
        <p:spPr>
          <a:xfrm>
            <a:off x="2238374" y="812465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929C5D-5A22-E1C4-3325-1F252A72C083}"/>
              </a:ext>
            </a:extLst>
          </p:cNvPr>
          <p:cNvSpPr txBox="1"/>
          <p:nvPr/>
        </p:nvSpPr>
        <p:spPr>
          <a:xfrm>
            <a:off x="2059780" y="1000583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6B9367-94F9-543A-AF74-9DADE64BF36F}"/>
              </a:ext>
            </a:extLst>
          </p:cNvPr>
          <p:cNvSpPr txBox="1"/>
          <p:nvPr/>
        </p:nvSpPr>
        <p:spPr>
          <a:xfrm>
            <a:off x="2238374" y="998202"/>
            <a:ext cx="12382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414E66F-7C10-0EA2-81B9-EA181CB28C41}"/>
              </a:ext>
            </a:extLst>
          </p:cNvPr>
          <p:cNvGrpSpPr/>
          <p:nvPr/>
        </p:nvGrpSpPr>
        <p:grpSpPr>
          <a:xfrm>
            <a:off x="1752103" y="426240"/>
            <a:ext cx="200522" cy="742950"/>
            <a:chOff x="1752103" y="702470"/>
            <a:chExt cx="200522" cy="742950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F540780-7076-CCA3-5358-5B3E9D367554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5" y="719666"/>
              <a:ext cx="0" cy="7200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EBCC67C-84C9-921B-CC90-28F942C2F622}"/>
                </a:ext>
              </a:extLst>
            </p:cNvPr>
            <p:cNvSpPr txBox="1"/>
            <p:nvPr/>
          </p:nvSpPr>
          <p:spPr>
            <a:xfrm>
              <a:off x="1752103" y="702470"/>
              <a:ext cx="169277" cy="742950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VL_reduce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3BBBC29-5895-4F73-3A57-A7BCF1C84A63}"/>
              </a:ext>
            </a:extLst>
          </p:cNvPr>
          <p:cNvCxnSpPr>
            <a:cxnSpLocks/>
          </p:cNvCxnSpPr>
          <p:nvPr/>
        </p:nvCxnSpPr>
        <p:spPr>
          <a:xfrm>
            <a:off x="1688306" y="443436"/>
            <a:ext cx="0" cy="14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5980F70-35CA-3719-D7DF-DB073E88B7F7}"/>
              </a:ext>
            </a:extLst>
          </p:cNvPr>
          <p:cNvSpPr txBox="1"/>
          <p:nvPr/>
        </p:nvSpPr>
        <p:spPr>
          <a:xfrm>
            <a:off x="1509215" y="791961"/>
            <a:ext cx="169277" cy="742950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F87803C-014A-19AF-56AE-6E1865520B4B}"/>
              </a:ext>
            </a:extLst>
          </p:cNvPr>
          <p:cNvCxnSpPr>
            <a:cxnSpLocks/>
          </p:cNvCxnSpPr>
          <p:nvPr/>
        </p:nvCxnSpPr>
        <p:spPr>
          <a:xfrm rot="5400000">
            <a:off x="2204062" y="198780"/>
            <a:ext cx="0" cy="36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E981992-B1CF-97F5-9B13-22DDB338FD10}"/>
              </a:ext>
            </a:extLst>
          </p:cNvPr>
          <p:cNvSpPr txBox="1"/>
          <p:nvPr/>
        </p:nvSpPr>
        <p:spPr>
          <a:xfrm>
            <a:off x="2007394" y="163508"/>
            <a:ext cx="38338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55C0008A-8941-1A00-DF4B-7F6DD3F64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931676"/>
              </p:ext>
            </p:extLst>
          </p:nvPr>
        </p:nvGraphicFramePr>
        <p:xfrm>
          <a:off x="4452303" y="459638"/>
          <a:ext cx="1440000" cy="144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158710014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234580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4652794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55818811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3582829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513490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63893124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78554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7546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020643"/>
                  </a:ext>
                </a:extLst>
              </a:tr>
              <a:tr h="180000"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v2</a:t>
                      </a:r>
                      <a:endParaRPr lang="zh-CN" altLang="en-US" sz="1100" b="1" dirty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54577"/>
                  </a:ext>
                </a:extLst>
              </a:tr>
              <a:tr h="180000">
                <a:tc gridSpan="4" vMerge="1"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611588"/>
                  </a:ext>
                </a:extLst>
              </a:tr>
              <a:tr h="180000">
                <a:tc rowSpan="2" grid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056921"/>
                  </a:ext>
                </a:extLst>
              </a:tr>
              <a:tr h="180000">
                <a:tc gridSpan="4" vMerge="1"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9697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371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638377"/>
                  </a:ext>
                </a:extLst>
              </a:tr>
            </a:tbl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4BBFA9FE-A118-12F7-BA8E-EA22E0260378}"/>
              </a:ext>
            </a:extLst>
          </p:cNvPr>
          <p:cNvGrpSpPr/>
          <p:nvPr/>
        </p:nvGrpSpPr>
        <p:grpSpPr>
          <a:xfrm rot="16200000">
            <a:off x="4075275" y="541659"/>
            <a:ext cx="383381" cy="215272"/>
            <a:chOff x="1607344" y="2735263"/>
            <a:chExt cx="383381" cy="21527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81FD264-E042-BB77-433A-39930E5BC2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804012" y="2770535"/>
              <a:ext cx="0" cy="3600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C45FDE2-D2B7-727B-713F-BFB4737DE942}"/>
                </a:ext>
              </a:extLst>
            </p:cNvPr>
            <p:cNvSpPr txBox="1"/>
            <p:nvPr/>
          </p:nvSpPr>
          <p:spPr>
            <a:xfrm>
              <a:off x="1607344" y="2735263"/>
              <a:ext cx="38338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way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3CF71C1-221F-7D1B-91DA-73778BBA251C}"/>
              </a:ext>
            </a:extLst>
          </p:cNvPr>
          <p:cNvGrpSpPr/>
          <p:nvPr/>
        </p:nvGrpSpPr>
        <p:grpSpPr>
          <a:xfrm rot="5400000">
            <a:off x="4720093" y="-71909"/>
            <a:ext cx="200523" cy="742950"/>
            <a:chOff x="1752102" y="702470"/>
            <a:chExt cx="200523" cy="742950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222D54D-1BEE-FC86-CA32-5390683D4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52625" y="719666"/>
              <a:ext cx="0" cy="7200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0238C87-BB50-EE7D-7655-11F6EE255346}"/>
                </a:ext>
              </a:extLst>
            </p:cNvPr>
            <p:cNvSpPr txBox="1"/>
            <p:nvPr/>
          </p:nvSpPr>
          <p:spPr>
            <a:xfrm>
              <a:off x="1752102" y="702470"/>
              <a:ext cx="169277" cy="742950"/>
            </a:xfrm>
            <a:prstGeom prst="rect">
              <a:avLst/>
            </a:prstGeom>
            <a:noFill/>
          </p:spPr>
          <p:txBody>
            <a:bodyPr vert="vert270"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VL_reduce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EE60F6C-4970-E2E6-D799-A04F90621451}"/>
              </a:ext>
            </a:extLst>
          </p:cNvPr>
          <p:cNvCxnSpPr>
            <a:cxnSpLocks/>
          </p:cNvCxnSpPr>
          <p:nvPr/>
        </p:nvCxnSpPr>
        <p:spPr>
          <a:xfrm>
            <a:off x="4122896" y="469159"/>
            <a:ext cx="0" cy="14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4F4FCC2-8BE7-0626-E410-E069337A809D}"/>
              </a:ext>
            </a:extLst>
          </p:cNvPr>
          <p:cNvSpPr txBox="1"/>
          <p:nvPr/>
        </p:nvSpPr>
        <p:spPr>
          <a:xfrm>
            <a:off x="3943805" y="817684"/>
            <a:ext cx="169277" cy="742950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BAA573C6-3049-50D1-4669-B84BFCB54AB6}"/>
              </a:ext>
            </a:extLst>
          </p:cNvPr>
          <p:cNvGrpSpPr/>
          <p:nvPr/>
        </p:nvGrpSpPr>
        <p:grpSpPr>
          <a:xfrm rot="16200000">
            <a:off x="4635951" y="308458"/>
            <a:ext cx="350253" cy="678656"/>
            <a:chOff x="4087311" y="2378241"/>
            <a:chExt cx="350253" cy="678656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DD38CF1-7479-8E8C-460F-A07B1F78E145}"/>
                </a:ext>
              </a:extLst>
            </p:cNvPr>
            <p:cNvSpPr txBox="1"/>
            <p:nvPr/>
          </p:nvSpPr>
          <p:spPr>
            <a:xfrm rot="5400000">
              <a:off x="4110037" y="2357896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F684D31-DC97-71C9-ED6E-97C98E8D8E1A}"/>
                </a:ext>
              </a:extLst>
            </p:cNvPr>
            <p:cNvSpPr txBox="1"/>
            <p:nvPr/>
          </p:nvSpPr>
          <p:spPr>
            <a:xfrm rot="5400000">
              <a:off x="4288631" y="2355515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E834F5C-DD4C-7C26-2D76-1ECBB5D6E578}"/>
                </a:ext>
              </a:extLst>
            </p:cNvPr>
            <p:cNvSpPr txBox="1"/>
            <p:nvPr/>
          </p:nvSpPr>
          <p:spPr>
            <a:xfrm rot="5400000">
              <a:off x="4110037" y="2543634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B6A167F-A14E-BB27-A533-510189AD2411}"/>
                </a:ext>
              </a:extLst>
            </p:cNvPr>
            <p:cNvSpPr txBox="1"/>
            <p:nvPr/>
          </p:nvSpPr>
          <p:spPr>
            <a:xfrm rot="5400000">
              <a:off x="4288631" y="2541253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A36CBFC-8C0A-54F8-D1A4-2FFB1D08FECC}"/>
                </a:ext>
              </a:extLst>
            </p:cNvPr>
            <p:cNvSpPr txBox="1"/>
            <p:nvPr/>
          </p:nvSpPr>
          <p:spPr>
            <a:xfrm rot="5400000">
              <a:off x="4112418" y="2724609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092EE75-6CAB-1B4A-FEC4-4A6D4936009E}"/>
                </a:ext>
              </a:extLst>
            </p:cNvPr>
            <p:cNvSpPr txBox="1"/>
            <p:nvPr/>
          </p:nvSpPr>
          <p:spPr>
            <a:xfrm rot="5400000">
              <a:off x="4291013" y="2722229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67CFA48-7EBD-6FE6-D520-8B504EB9D38C}"/>
                </a:ext>
              </a:extLst>
            </p:cNvPr>
            <p:cNvSpPr txBox="1"/>
            <p:nvPr/>
          </p:nvSpPr>
          <p:spPr>
            <a:xfrm rot="5400000">
              <a:off x="4112418" y="2910346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723ECB5-C8BF-6BA3-145E-D3AB070A0570}"/>
                </a:ext>
              </a:extLst>
            </p:cNvPr>
            <p:cNvSpPr txBox="1"/>
            <p:nvPr/>
          </p:nvSpPr>
          <p:spPr>
            <a:xfrm rot="5400000">
              <a:off x="4291012" y="2907965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矩形 47">
            <a:extLst>
              <a:ext uri="{FF2B5EF4-FFF2-40B4-BE49-F238E27FC236}">
                <a16:creationId xmlns:a16="http://schemas.microsoft.com/office/drawing/2014/main" id="{884C4CB2-F4CF-7663-9834-5156D1AAE762}"/>
              </a:ext>
            </a:extLst>
          </p:cNvPr>
          <p:cNvSpPr/>
          <p:nvPr/>
        </p:nvSpPr>
        <p:spPr>
          <a:xfrm>
            <a:off x="2028825" y="447675"/>
            <a:ext cx="1443038" cy="7239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CE82367-073D-54A6-E49A-10870AECB269}"/>
              </a:ext>
            </a:extLst>
          </p:cNvPr>
          <p:cNvSpPr/>
          <p:nvPr/>
        </p:nvSpPr>
        <p:spPr>
          <a:xfrm>
            <a:off x="4458653" y="463867"/>
            <a:ext cx="714375" cy="143827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D6E7377-2EE1-CA4E-32D2-3ECA517961A0}"/>
              </a:ext>
            </a:extLst>
          </p:cNvPr>
          <p:cNvSpPr txBox="1"/>
          <p:nvPr/>
        </p:nvSpPr>
        <p:spPr>
          <a:xfrm>
            <a:off x="2069422" y="1936750"/>
            <a:ext cx="1334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row-tile format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831BE86-EE41-30CB-AA77-94C38F3ACBA3}"/>
              </a:ext>
            </a:extLst>
          </p:cNvPr>
          <p:cNvSpPr txBox="1"/>
          <p:nvPr/>
        </p:nvSpPr>
        <p:spPr>
          <a:xfrm>
            <a:off x="4381446" y="1960880"/>
            <a:ext cx="1566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column-tile format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F641E6B9-8A9C-416E-C6F9-6348B67A5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326572"/>
              </p:ext>
            </p:extLst>
          </p:nvPr>
        </p:nvGraphicFramePr>
        <p:xfrm>
          <a:off x="2395305" y="2827539"/>
          <a:ext cx="36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7572306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68967936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445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885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9916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724984"/>
                  </a:ext>
                </a:extLst>
              </a:tr>
            </a:tbl>
          </a:graphicData>
        </a:graphic>
      </p:graphicFrame>
      <p:grpSp>
        <p:nvGrpSpPr>
          <p:cNvPr id="61" name="组合 60">
            <a:extLst>
              <a:ext uri="{FF2B5EF4-FFF2-40B4-BE49-F238E27FC236}">
                <a16:creationId xmlns:a16="http://schemas.microsoft.com/office/drawing/2014/main" id="{ADFA37A6-A6EB-84D5-4422-BA8541D24695}"/>
              </a:ext>
            </a:extLst>
          </p:cNvPr>
          <p:cNvGrpSpPr/>
          <p:nvPr/>
        </p:nvGrpSpPr>
        <p:grpSpPr>
          <a:xfrm>
            <a:off x="2417530" y="2822707"/>
            <a:ext cx="304800" cy="724108"/>
            <a:chOff x="4959349" y="1734802"/>
            <a:chExt cx="304800" cy="724108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E877E9C-D249-9C43-C455-E9F5378F736C}"/>
                </a:ext>
              </a:extLst>
            </p:cNvPr>
            <p:cNvSpPr txBox="1"/>
            <p:nvPr/>
          </p:nvSpPr>
          <p:spPr>
            <a:xfrm>
              <a:off x="4959349" y="1737183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7A44418-3738-F708-985D-A9C1205ACF17}"/>
                </a:ext>
              </a:extLst>
            </p:cNvPr>
            <p:cNvSpPr txBox="1"/>
            <p:nvPr/>
          </p:nvSpPr>
          <p:spPr>
            <a:xfrm>
              <a:off x="5137943" y="1734802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06857B9F-C2E5-EA2C-6CAC-71D025B49B11}"/>
                </a:ext>
              </a:extLst>
            </p:cNvPr>
            <p:cNvSpPr txBox="1"/>
            <p:nvPr/>
          </p:nvSpPr>
          <p:spPr>
            <a:xfrm>
              <a:off x="4959349" y="1922921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AC764C2-7F41-7AE6-CBDE-4BE9A2710F05}"/>
                </a:ext>
              </a:extLst>
            </p:cNvPr>
            <p:cNvSpPr txBox="1"/>
            <p:nvPr/>
          </p:nvSpPr>
          <p:spPr>
            <a:xfrm>
              <a:off x="5137943" y="1920540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B6394B9-CBC4-2981-A6CE-454EF3840FF7}"/>
                </a:ext>
              </a:extLst>
            </p:cNvPr>
            <p:cNvSpPr txBox="1"/>
            <p:nvPr/>
          </p:nvSpPr>
          <p:spPr>
            <a:xfrm>
              <a:off x="4961730" y="2103896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82490C3-EA9F-1E0E-E617-8E4093744F9E}"/>
                </a:ext>
              </a:extLst>
            </p:cNvPr>
            <p:cNvSpPr txBox="1"/>
            <p:nvPr/>
          </p:nvSpPr>
          <p:spPr>
            <a:xfrm>
              <a:off x="5140324" y="2101515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9E0BDB8-E812-9EF4-7CBD-16ABEA965987}"/>
                </a:ext>
              </a:extLst>
            </p:cNvPr>
            <p:cNvSpPr txBox="1"/>
            <p:nvPr/>
          </p:nvSpPr>
          <p:spPr>
            <a:xfrm>
              <a:off x="4961730" y="2289633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DCC4D099-4521-2533-B169-BB3182870E85}"/>
                </a:ext>
              </a:extLst>
            </p:cNvPr>
            <p:cNvSpPr txBox="1"/>
            <p:nvPr/>
          </p:nvSpPr>
          <p:spPr>
            <a:xfrm>
              <a:off x="5140324" y="2287252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5141508B-A356-DD34-D23D-D9CA1AC85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210607"/>
              </p:ext>
            </p:extLst>
          </p:nvPr>
        </p:nvGraphicFramePr>
        <p:xfrm>
          <a:off x="2958868" y="2311601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7572306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61761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0124603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484268898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445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467138"/>
                  </a:ext>
                </a:extLst>
              </a:tr>
            </a:tbl>
          </a:graphicData>
        </a:graphic>
      </p:graphicFrame>
      <p:grpSp>
        <p:nvGrpSpPr>
          <p:cNvPr id="63" name="组合 62">
            <a:extLst>
              <a:ext uri="{FF2B5EF4-FFF2-40B4-BE49-F238E27FC236}">
                <a16:creationId xmlns:a16="http://schemas.microsoft.com/office/drawing/2014/main" id="{00BD523A-A386-6228-8002-6914CA9CE954}"/>
              </a:ext>
            </a:extLst>
          </p:cNvPr>
          <p:cNvGrpSpPr/>
          <p:nvPr/>
        </p:nvGrpSpPr>
        <p:grpSpPr>
          <a:xfrm rot="16200000">
            <a:off x="3137756" y="2152488"/>
            <a:ext cx="350253" cy="678656"/>
            <a:chOff x="4087311" y="2378241"/>
            <a:chExt cx="350253" cy="678656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B68FEAC-A8D2-9199-9462-847F810346EA}"/>
                </a:ext>
              </a:extLst>
            </p:cNvPr>
            <p:cNvSpPr txBox="1"/>
            <p:nvPr/>
          </p:nvSpPr>
          <p:spPr>
            <a:xfrm rot="5400000">
              <a:off x="4110037" y="2357896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AD99A8D-1C5A-927A-9C10-02FD144D02C6}"/>
                </a:ext>
              </a:extLst>
            </p:cNvPr>
            <p:cNvSpPr txBox="1"/>
            <p:nvPr/>
          </p:nvSpPr>
          <p:spPr>
            <a:xfrm rot="5400000">
              <a:off x="4288631" y="2355515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7DD2CFF-0E11-F8B7-CA17-DC7426D12827}"/>
                </a:ext>
              </a:extLst>
            </p:cNvPr>
            <p:cNvSpPr txBox="1"/>
            <p:nvPr/>
          </p:nvSpPr>
          <p:spPr>
            <a:xfrm rot="5400000">
              <a:off x="4110037" y="2543634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0020D3A5-4013-D65D-298D-45DCFAB7D59B}"/>
                </a:ext>
              </a:extLst>
            </p:cNvPr>
            <p:cNvSpPr txBox="1"/>
            <p:nvPr/>
          </p:nvSpPr>
          <p:spPr>
            <a:xfrm rot="5400000">
              <a:off x="4288631" y="2541253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C23F85D-F133-0081-0887-BAEC9D8F2C01}"/>
                </a:ext>
              </a:extLst>
            </p:cNvPr>
            <p:cNvSpPr txBox="1"/>
            <p:nvPr/>
          </p:nvSpPr>
          <p:spPr>
            <a:xfrm rot="5400000">
              <a:off x="4112418" y="2724609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1F7A82A-A0A3-60C3-A0EA-E1E19EC8A646}"/>
                </a:ext>
              </a:extLst>
            </p:cNvPr>
            <p:cNvSpPr txBox="1"/>
            <p:nvPr/>
          </p:nvSpPr>
          <p:spPr>
            <a:xfrm rot="5400000">
              <a:off x="4291013" y="2722229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C39C190-571B-825E-40DA-7CF1A61A2E51}"/>
                </a:ext>
              </a:extLst>
            </p:cNvPr>
            <p:cNvSpPr txBox="1"/>
            <p:nvPr/>
          </p:nvSpPr>
          <p:spPr>
            <a:xfrm rot="5400000">
              <a:off x="4112418" y="2910346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11961A6-715F-F12A-B6CD-DCB1524D2D98}"/>
                </a:ext>
              </a:extLst>
            </p:cNvPr>
            <p:cNvSpPr txBox="1"/>
            <p:nvPr/>
          </p:nvSpPr>
          <p:spPr>
            <a:xfrm rot="5400000">
              <a:off x="4291012" y="2907965"/>
              <a:ext cx="12382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A77138A4-5BCC-805A-BBE1-737E5D917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913572"/>
              </p:ext>
            </p:extLst>
          </p:nvPr>
        </p:nvGraphicFramePr>
        <p:xfrm>
          <a:off x="2962837" y="2825951"/>
          <a:ext cx="72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75723069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467250009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90233794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7558503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0445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20806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7308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755026"/>
                  </a:ext>
                </a:extLst>
              </a:tr>
            </a:tbl>
          </a:graphicData>
        </a:graphic>
      </p:graphicFrame>
      <p:sp>
        <p:nvSpPr>
          <p:cNvPr id="73" name="矩形 72">
            <a:extLst>
              <a:ext uri="{FF2B5EF4-FFF2-40B4-BE49-F238E27FC236}">
                <a16:creationId xmlns:a16="http://schemas.microsoft.com/office/drawing/2014/main" id="{CE6E1912-9881-4705-03D9-19AF0936A2AA}"/>
              </a:ext>
            </a:extLst>
          </p:cNvPr>
          <p:cNvSpPr/>
          <p:nvPr/>
        </p:nvSpPr>
        <p:spPr>
          <a:xfrm>
            <a:off x="2960456" y="2825424"/>
            <a:ext cx="720000" cy="180000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D7327EA-19EE-1748-DDE2-F8339071F26F}"/>
              </a:ext>
            </a:extLst>
          </p:cNvPr>
          <p:cNvSpPr/>
          <p:nvPr/>
        </p:nvSpPr>
        <p:spPr>
          <a:xfrm>
            <a:off x="2960456" y="3003224"/>
            <a:ext cx="720000" cy="180000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B5FEB94-B4AA-085A-D612-C3645D0F865B}"/>
              </a:ext>
            </a:extLst>
          </p:cNvPr>
          <p:cNvSpPr/>
          <p:nvPr/>
        </p:nvSpPr>
        <p:spPr>
          <a:xfrm>
            <a:off x="2961249" y="2831774"/>
            <a:ext cx="180000" cy="72000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CB93946-78A4-3EEB-C4D7-8DE481C516DB}"/>
              </a:ext>
            </a:extLst>
          </p:cNvPr>
          <p:cNvSpPr/>
          <p:nvPr/>
        </p:nvSpPr>
        <p:spPr>
          <a:xfrm>
            <a:off x="3142225" y="2827011"/>
            <a:ext cx="180000" cy="72000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6B39E46-75CB-71F8-F9CB-AD6AF92FFC28}"/>
              </a:ext>
            </a:extLst>
          </p:cNvPr>
          <p:cNvSpPr txBox="1"/>
          <p:nvPr/>
        </p:nvSpPr>
        <p:spPr>
          <a:xfrm rot="16200000">
            <a:off x="2798676" y="3734608"/>
            <a:ext cx="50220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a0v.s[0]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863FD7F-F174-06DB-06BC-A6A420A6AB4E}"/>
              </a:ext>
            </a:extLst>
          </p:cNvPr>
          <p:cNvSpPr txBox="1"/>
          <p:nvPr/>
        </p:nvSpPr>
        <p:spPr>
          <a:xfrm rot="16200000">
            <a:off x="2979650" y="3732228"/>
            <a:ext cx="502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a0v.s[1]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FF47DA0-FDB6-DAD0-3F8E-873EDD65BBE3}"/>
              </a:ext>
            </a:extLst>
          </p:cNvPr>
          <p:cNvSpPr txBox="1"/>
          <p:nvPr/>
        </p:nvSpPr>
        <p:spPr>
          <a:xfrm rot="5400000">
            <a:off x="3848676" y="2655386"/>
            <a:ext cx="169277" cy="497124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a0h.s[0]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4FC7CDD-00A1-66DC-E0CC-A16EAE6D2C01}"/>
              </a:ext>
            </a:extLst>
          </p:cNvPr>
          <p:cNvSpPr txBox="1"/>
          <p:nvPr/>
        </p:nvSpPr>
        <p:spPr>
          <a:xfrm rot="5400000">
            <a:off x="3851852" y="2837949"/>
            <a:ext cx="169277" cy="497124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a0h.s[1]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右大括号 80">
            <a:extLst>
              <a:ext uri="{FF2B5EF4-FFF2-40B4-BE49-F238E27FC236}">
                <a16:creationId xmlns:a16="http://schemas.microsoft.com/office/drawing/2014/main" id="{B149CDFC-3300-514A-3D8E-5D5A98937071}"/>
              </a:ext>
            </a:extLst>
          </p:cNvPr>
          <p:cNvSpPr/>
          <p:nvPr/>
        </p:nvSpPr>
        <p:spPr>
          <a:xfrm>
            <a:off x="4197754" y="2867652"/>
            <a:ext cx="104775" cy="2952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9138CDA1-EC9D-B543-CBCB-428066437D80}"/>
              </a:ext>
            </a:extLst>
          </p:cNvPr>
          <p:cNvSpPr/>
          <p:nvPr/>
        </p:nvSpPr>
        <p:spPr>
          <a:xfrm>
            <a:off x="4358092" y="2929564"/>
            <a:ext cx="319087" cy="176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AB092FB-F5DA-D3CA-3DD3-0AE15D943C75}"/>
              </a:ext>
            </a:extLst>
          </p:cNvPr>
          <p:cNvSpPr txBox="1"/>
          <p:nvPr/>
        </p:nvSpPr>
        <p:spPr>
          <a:xfrm rot="5400000">
            <a:off x="4407155" y="2640071"/>
            <a:ext cx="169277" cy="416631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st2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4" name="表格 83">
            <a:extLst>
              <a:ext uri="{FF2B5EF4-FFF2-40B4-BE49-F238E27FC236}">
                <a16:creationId xmlns:a16="http://schemas.microsoft.com/office/drawing/2014/main" id="{9621DFC2-896E-A9DE-B9F9-8AC2011AE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836707"/>
              </p:ext>
            </p:extLst>
          </p:nvPr>
        </p:nvGraphicFramePr>
        <p:xfrm>
          <a:off x="4749568" y="2825951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572306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44501"/>
                  </a:ext>
                </a:extLst>
              </a:tr>
            </a:tbl>
          </a:graphicData>
        </a:graphic>
      </p:graphicFrame>
      <p:sp>
        <p:nvSpPr>
          <p:cNvPr id="85" name="文本框 84">
            <a:extLst>
              <a:ext uri="{FF2B5EF4-FFF2-40B4-BE49-F238E27FC236}">
                <a16:creationId xmlns:a16="http://schemas.microsoft.com/office/drawing/2014/main" id="{C48A92CD-DE0C-9B50-1E53-C73E150F40EB}"/>
              </a:ext>
            </a:extLst>
          </p:cNvPr>
          <p:cNvSpPr txBox="1"/>
          <p:nvPr/>
        </p:nvSpPr>
        <p:spPr>
          <a:xfrm rot="5400000">
            <a:off x="4937233" y="2632483"/>
            <a:ext cx="338554" cy="742950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BC2EEE4-5368-D7F8-6275-2EA73ED45FBE}"/>
              </a:ext>
            </a:extLst>
          </p:cNvPr>
          <p:cNvSpPr txBox="1"/>
          <p:nvPr/>
        </p:nvSpPr>
        <p:spPr>
          <a:xfrm>
            <a:off x="2356979" y="4020494"/>
            <a:ext cx="3047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read result from array and store to memory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2C567459-8D3E-AD07-3F30-99CE7A38A149}"/>
              </a:ext>
            </a:extLst>
          </p:cNvPr>
          <p:cNvSpPr/>
          <p:nvPr/>
        </p:nvSpPr>
        <p:spPr>
          <a:xfrm>
            <a:off x="3435922" y="3601858"/>
            <a:ext cx="104775" cy="2952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478DD401-47A6-9775-5B79-849A96EB550D}"/>
              </a:ext>
            </a:extLst>
          </p:cNvPr>
          <p:cNvSpPr/>
          <p:nvPr/>
        </p:nvSpPr>
        <p:spPr>
          <a:xfrm>
            <a:off x="3657138" y="3662505"/>
            <a:ext cx="319087" cy="176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EFD15B0-5335-298D-DFD0-CF15CD3AD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027385"/>
              </p:ext>
            </p:extLst>
          </p:nvPr>
        </p:nvGraphicFramePr>
        <p:xfrm>
          <a:off x="4054964" y="3558892"/>
          <a:ext cx="720000" cy="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572306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44501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EB06619C-9F56-D01C-0D80-BF5D720DA7A0}"/>
              </a:ext>
            </a:extLst>
          </p:cNvPr>
          <p:cNvSpPr txBox="1"/>
          <p:nvPr/>
        </p:nvSpPr>
        <p:spPr>
          <a:xfrm rot="5400000">
            <a:off x="4236279" y="3365424"/>
            <a:ext cx="338554" cy="742950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3E5703-2AF3-8425-F3A2-B00B36EE23D4}"/>
              </a:ext>
            </a:extLst>
          </p:cNvPr>
          <p:cNvSpPr txBox="1"/>
          <p:nvPr/>
        </p:nvSpPr>
        <p:spPr>
          <a:xfrm rot="5400000">
            <a:off x="3698442" y="3396825"/>
            <a:ext cx="169277" cy="416631"/>
          </a:xfrm>
          <a:prstGeom prst="rect">
            <a:avLst/>
          </a:prstGeom>
          <a:noFill/>
        </p:spPr>
        <p:txBody>
          <a:bodyPr vert="vert270" wrap="square" lIns="0" tIns="0" rIns="0" bIns="0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st2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8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97</Words>
  <Application>Microsoft Office PowerPoint</Application>
  <PresentationFormat>宽屏</PresentationFormat>
  <Paragraphs>55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 kiri</dc:creator>
  <cp:lastModifiedBy>miko kiri</cp:lastModifiedBy>
  <cp:revision>7</cp:revision>
  <dcterms:created xsi:type="dcterms:W3CDTF">2025-12-09T01:25:51Z</dcterms:created>
  <dcterms:modified xsi:type="dcterms:W3CDTF">2025-12-15T20:34:11Z</dcterms:modified>
</cp:coreProperties>
</file>