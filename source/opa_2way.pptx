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7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144" y="-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611252-3E0C-0A73-B5C2-99E5F9CF1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9AF1A2-3937-2B69-12B0-3161C1182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BE272D-824C-154B-7BAA-5683B6B6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0A8-9D40-44FF-8F67-521BA67AD91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F638B-3161-A0D9-27F7-9B04BD214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1D158C-7FB5-AEF4-A958-89445860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E23D-2B70-4DCC-AF3E-AAA70F0EC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071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6CAA9-FC92-E1C6-F84F-FD6D69A77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AE4BBA-6189-42B0-0E57-5E805790C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737AF6-429F-BEBE-5344-7942ECF1D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0A8-9D40-44FF-8F67-521BA67AD91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48D3B3-E818-0F19-F9A1-DD3C39675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24ED0E-4186-7FF2-8D49-5048BEC0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E23D-2B70-4DCC-AF3E-AAA70F0EC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331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192DD-8E2D-DB05-AEA3-3E81D480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0A100E-59F1-31E7-075A-2DEA6D784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E63ADA-49F0-2E58-5574-1B2F2E45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0A8-9D40-44FF-8F67-521BA67AD91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4D4872-61B7-F748-2C14-EABA56CE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B6D635-3F29-74B6-D708-8B4C269F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E23D-2B70-4DCC-AF3E-AAA70F0EC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92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B9BCD-2482-47A9-9655-921C13C3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1AA0C5-AC76-29D7-3F81-F98709788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EC408A-732E-A0C7-B97E-5C4EFE5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3E8C3B-4086-A883-F993-21695A179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0A8-9D40-44FF-8F67-521BA67AD91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B19004-1FD3-2D09-D158-6B5AC18E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7E7624-3344-4DD4-286F-D652FA26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E23D-2B70-4DCC-AF3E-AAA70F0EC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21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BA616-79C6-B50E-D15A-D92E549A7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1F78DC-81FF-475A-DCAB-DBE0DADAD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FE7F8D-C0F9-C523-A44A-5312071D2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8A5C08-E59D-B560-374C-608310954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59EAAF-1BB4-463E-7D9A-FF26CCECF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B73E79-151F-2687-A887-311CE72F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0A8-9D40-44FF-8F67-521BA67AD91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086083-2994-2865-86C7-60B77872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45FA12-E783-684C-090A-34C39FA1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E23D-2B70-4DCC-AF3E-AAA70F0EC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80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EB93F-E02E-D8D4-D533-BAA2B51B8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0CDF6F-C50D-0E1C-C4BF-7DB22B665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0A8-9D40-44FF-8F67-521BA67AD91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846FAE-2F52-58B9-6AC3-1FC77BD84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316044-A3DA-0EE2-E110-D84813B44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E23D-2B70-4DCC-AF3E-AAA70F0EC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10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1E72EC-3918-BED5-0AF2-CB8421A0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0A8-9D40-44FF-8F67-521BA67AD91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0D716B-A255-CC3B-5233-095F56A6B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1C12D3-C9BE-0504-2375-232BD5EC4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E23D-2B70-4DCC-AF3E-AAA70F0EC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861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46F0D-8D79-F2EF-A1EC-FA8357B0B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3C6700-2611-2777-038D-6740785D5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6FD7BD-046F-1425-D537-38B878496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C337A2-B62A-2217-EFF9-E787EFBE2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0A8-9D40-44FF-8F67-521BA67AD91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D1AFD5-B5E2-5CA7-A582-94ECDB12F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746BE0-4A86-62AD-5282-4DE3C7DF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E23D-2B70-4DCC-AF3E-AAA70F0EC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67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C9EA3-29DD-F817-F8E9-906A388E0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5CF771-47C5-9FFD-4F7D-5C1ACB009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7D09C7-847C-89D3-33D4-8B7540786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F58BE1-40A0-FE59-8307-64D2E00F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0A8-9D40-44FF-8F67-521BA67AD91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6F1F67-1A86-9A01-CD09-8AE2AF7CD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07935C-886D-F250-94E0-458E5510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E23D-2B70-4DCC-AF3E-AAA70F0EC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58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20967-2523-B103-32CE-D0B16F21D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A8213F-3B78-DB6D-6913-A0A91B1D9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295E3C-D30A-EE6B-91E0-C895CA2F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0A8-9D40-44FF-8F67-521BA67AD91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F78DF7-1BD9-BEC1-0CC0-222F04A3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BC53CB-2CBC-AA62-5A29-EFEBF279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E23D-2B70-4DCC-AF3E-AAA70F0EC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852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9F6F8A-B4BE-DC2C-ED41-27C32E735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B78C75-47A9-B5A7-F4EA-6D12910F4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4719F1-DA64-E38B-E12D-95955D90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E30A8-9D40-44FF-8F67-521BA67AD91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6F0C44-6D19-5552-DF51-5E651CF32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BC99AC-A31B-E411-86D9-8AEF217D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E23D-2B70-4DCC-AF3E-AAA70F0EC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08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0514CE-FFAD-15D8-FC08-08ACCE02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614A71-B691-97B7-D311-F0B003C70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8D9120-4BBB-FE34-4CDA-8BF496D07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E30A8-9D40-44FF-8F67-521BA67AD91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D98D0A-0011-C503-7852-A9835B87F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1299F0-803A-CB16-99D5-0D6D72743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0E23D-2B70-4DCC-AF3E-AAA70F0EC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9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9784624-B7BA-477A-2CBE-64DDECD0D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043915"/>
              </p:ext>
            </p:extLst>
          </p:nvPr>
        </p:nvGraphicFramePr>
        <p:xfrm>
          <a:off x="2238925" y="2517218"/>
          <a:ext cx="720000" cy="724095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2930343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4427128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94083725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b00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b01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b02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b03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1840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b10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b11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b12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b13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5244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2232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29508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81284262-2557-118D-FEB1-9A86F7D70A63}"/>
              </a:ext>
            </a:extLst>
          </p:cNvPr>
          <p:cNvSpPr txBox="1"/>
          <p:nvPr/>
        </p:nvSpPr>
        <p:spPr>
          <a:xfrm>
            <a:off x="1826419" y="2707482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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E82184-1416-11D9-0892-4F4AEC4F1313}"/>
              </a:ext>
            </a:extLst>
          </p:cNvPr>
          <p:cNvSpPr txBox="1"/>
          <p:nvPr/>
        </p:nvSpPr>
        <p:spPr>
          <a:xfrm>
            <a:off x="3000375" y="2693195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659ADD6B-1F3F-6A66-0DAA-EDAD0C7E3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221072"/>
              </p:ext>
            </p:extLst>
          </p:nvPr>
        </p:nvGraphicFramePr>
        <p:xfrm>
          <a:off x="1067350" y="2521980"/>
          <a:ext cx="720000" cy="724095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2930343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4427128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94083725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a00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a01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1840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a10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a11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5244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a20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a21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2232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a30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a31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29508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7A8B36DF-4C87-D075-33EB-A1E3BA0EE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387067"/>
              </p:ext>
            </p:extLst>
          </p:nvPr>
        </p:nvGraphicFramePr>
        <p:xfrm>
          <a:off x="3381924" y="2519600"/>
          <a:ext cx="720000" cy="724095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2930343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4427128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94083725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c00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c01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c02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c03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1840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c10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c11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c12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c13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5244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c20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c21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c22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c23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2232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c30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c31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c32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c33</a:t>
                      </a:r>
                      <a:endParaRPr lang="zh-CN" altLang="en-US" sz="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7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29508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90AFC81C-19CB-441D-7C03-9A3588502077}"/>
              </a:ext>
            </a:extLst>
          </p:cNvPr>
          <p:cNvSpPr txBox="1"/>
          <p:nvPr/>
        </p:nvSpPr>
        <p:spPr>
          <a:xfrm>
            <a:off x="1909770" y="3278980"/>
            <a:ext cx="1375698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cij=ai0×b0j+ai1×b1j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603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43</Words>
  <Application>Microsoft Office PowerPoint</Application>
  <PresentationFormat>宽屏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 kiri</dc:creator>
  <cp:lastModifiedBy>miko kiri</cp:lastModifiedBy>
  <cp:revision>8</cp:revision>
  <dcterms:created xsi:type="dcterms:W3CDTF">2026-03-08T12:22:45Z</dcterms:created>
  <dcterms:modified xsi:type="dcterms:W3CDTF">2026-03-08T15:23:11Z</dcterms:modified>
</cp:coreProperties>
</file>